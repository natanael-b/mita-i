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2" r:id="rId2"/>
    <p:sldId id="258" r:id="rId3"/>
    <p:sldId id="259" r:id="rId4"/>
    <p:sldId id="260" r:id="rId5"/>
    <p:sldId id="261" r:id="rId6"/>
    <p:sldId id="262" r:id="rId7"/>
    <p:sldId id="283" r:id="rId8"/>
    <p:sldId id="267" r:id="rId9"/>
    <p:sldId id="265" r:id="rId10"/>
    <p:sldId id="266" r:id="rId11"/>
    <p:sldId id="286" r:id="rId12"/>
    <p:sldId id="284" r:id="rId13"/>
    <p:sldId id="269" r:id="rId14"/>
    <p:sldId id="285" r:id="rId15"/>
    <p:sldId id="287" r:id="rId16"/>
    <p:sldId id="272" r:id="rId17"/>
    <p:sldId id="273" r:id="rId18"/>
    <p:sldId id="274" r:id="rId19"/>
    <p:sldId id="275" r:id="rId20"/>
    <p:sldId id="276" r:id="rId21"/>
    <p:sldId id="277" r:id="rId22"/>
    <p:sldId id="279" r:id="rId23"/>
    <p:sldId id="278" r:id="rId24"/>
    <p:sldId id="280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912" y="3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4" Type="http://schemas.openxmlformats.org/officeDocument/2006/relationships/image" Target="../media/image14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4" Type="http://schemas.openxmlformats.org/officeDocument/2006/relationships/image" Target="../media/image14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4" Type="http://schemas.openxmlformats.org/officeDocument/2006/relationships/image" Target="../media/image14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image" Target="../media/image22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svg"/><Relationship Id="rId1" Type="http://schemas.openxmlformats.org/officeDocument/2006/relationships/image" Target="../media/image27.svg"/><Relationship Id="rId4" Type="http://schemas.openxmlformats.org/officeDocument/2006/relationships/image" Target="../media/image30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32.svg"/><Relationship Id="rId1" Type="http://schemas.openxmlformats.org/officeDocument/2006/relationships/image" Target="../media/image31.svg"/><Relationship Id="rId5" Type="http://schemas.openxmlformats.org/officeDocument/2006/relationships/image" Target="../media/image23.svg"/><Relationship Id="rId4" Type="http://schemas.openxmlformats.org/officeDocument/2006/relationships/image" Target="../media/image33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35.svg"/><Relationship Id="rId1" Type="http://schemas.openxmlformats.org/officeDocument/2006/relationships/image" Target="../media/image34.sv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37.svg"/><Relationship Id="rId1" Type="http://schemas.openxmlformats.org/officeDocument/2006/relationships/image" Target="../media/image36.svg"/><Relationship Id="rId5" Type="http://schemas.openxmlformats.org/officeDocument/2006/relationships/image" Target="../media/image38.svg"/><Relationship Id="rId4" Type="http://schemas.openxmlformats.org/officeDocument/2006/relationships/image" Target="../media/image1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4" Type="http://schemas.openxmlformats.org/officeDocument/2006/relationships/image" Target="../media/image14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4" Type="http://schemas.openxmlformats.org/officeDocument/2006/relationships/image" Target="../media/image14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4" Type="http://schemas.openxmlformats.org/officeDocument/2006/relationships/image" Target="../media/image14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image" Target="../media/image22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svg"/><Relationship Id="rId1" Type="http://schemas.openxmlformats.org/officeDocument/2006/relationships/image" Target="../media/image27.svg"/><Relationship Id="rId4" Type="http://schemas.openxmlformats.org/officeDocument/2006/relationships/image" Target="../media/image30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32.svg"/><Relationship Id="rId1" Type="http://schemas.openxmlformats.org/officeDocument/2006/relationships/image" Target="../media/image31.svg"/><Relationship Id="rId5" Type="http://schemas.openxmlformats.org/officeDocument/2006/relationships/image" Target="../media/image23.svg"/><Relationship Id="rId4" Type="http://schemas.openxmlformats.org/officeDocument/2006/relationships/image" Target="../media/image33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35.svg"/><Relationship Id="rId1" Type="http://schemas.openxmlformats.org/officeDocument/2006/relationships/image" Target="../media/image34.sv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37.svg"/><Relationship Id="rId1" Type="http://schemas.openxmlformats.org/officeDocument/2006/relationships/image" Target="../media/image36.svg"/><Relationship Id="rId5" Type="http://schemas.openxmlformats.org/officeDocument/2006/relationships/image" Target="../media/image38.sv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F39365-C652-4737-90E6-CCE08B7D9DA1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B44EC670-16B2-4A94-9BAA-8FC455314449}">
      <dgm:prSet/>
      <dgm:spPr/>
      <dgm:t>
        <a:bodyPr/>
        <a:lstStyle/>
        <a:p>
          <a:pPr>
            <a:defRPr cap="all"/>
          </a:pPr>
          <a:r>
            <a:rPr lang="en-US"/>
            <a:t>Na aula anterior vimos como organizar a situação econômica para começar a empreender</a:t>
          </a:r>
        </a:p>
      </dgm:t>
    </dgm:pt>
    <dgm:pt modelId="{500B24F4-4B42-4FCE-BD64-BEA5B5A122C3}" type="parTrans" cxnId="{E0D81366-A74D-4A4D-B3F8-8680B4FB654A}">
      <dgm:prSet/>
      <dgm:spPr/>
      <dgm:t>
        <a:bodyPr/>
        <a:lstStyle/>
        <a:p>
          <a:endParaRPr lang="en-US"/>
        </a:p>
      </dgm:t>
    </dgm:pt>
    <dgm:pt modelId="{E8992D16-185E-462D-9ECB-D7D95D2460DC}" type="sibTrans" cxnId="{E0D81366-A74D-4A4D-B3F8-8680B4FB654A}">
      <dgm:prSet/>
      <dgm:spPr/>
      <dgm:t>
        <a:bodyPr/>
        <a:lstStyle/>
        <a:p>
          <a:endParaRPr lang="en-US"/>
        </a:p>
      </dgm:t>
    </dgm:pt>
    <dgm:pt modelId="{A2E5F00A-103A-4F82-A7E7-99274ED0ECBC}">
      <dgm:prSet/>
      <dgm:spPr/>
      <dgm:t>
        <a:bodyPr/>
        <a:lstStyle/>
        <a:p>
          <a:pPr>
            <a:defRPr cap="all"/>
          </a:pPr>
          <a:r>
            <a:rPr lang="en-US"/>
            <a:t>Planejamento financeiro ajuda a reduzir riscos</a:t>
          </a:r>
        </a:p>
      </dgm:t>
    </dgm:pt>
    <dgm:pt modelId="{AEAE55EB-DB2A-4643-800F-2D4A8EE65EF5}" type="parTrans" cxnId="{87DAFE97-3557-4361-9DB9-AACCB02E6EA7}">
      <dgm:prSet/>
      <dgm:spPr/>
      <dgm:t>
        <a:bodyPr/>
        <a:lstStyle/>
        <a:p>
          <a:endParaRPr lang="en-US"/>
        </a:p>
      </dgm:t>
    </dgm:pt>
    <dgm:pt modelId="{03FB8EA6-3F17-49ED-BCA8-958ADA99DCCE}" type="sibTrans" cxnId="{87DAFE97-3557-4361-9DB9-AACCB02E6EA7}">
      <dgm:prSet/>
      <dgm:spPr/>
      <dgm:t>
        <a:bodyPr/>
        <a:lstStyle/>
        <a:p>
          <a:endParaRPr lang="en-US"/>
        </a:p>
      </dgm:t>
    </dgm:pt>
    <dgm:pt modelId="{F8F3DE8F-8E49-43F9-AAA3-620D02C8ECD5}">
      <dgm:prSet/>
      <dgm:spPr/>
      <dgm:t>
        <a:bodyPr/>
        <a:lstStyle/>
        <a:p>
          <a:pPr>
            <a:defRPr cap="all"/>
          </a:pPr>
          <a:r>
            <a:rPr lang="en-US"/>
            <a:t>Empreender exige preparo, responsabilidade e visão de futuro</a:t>
          </a:r>
        </a:p>
      </dgm:t>
    </dgm:pt>
    <dgm:pt modelId="{D1E0D4C8-871D-4620-81ED-3836A093C073}" type="parTrans" cxnId="{E9103BEA-2FF9-4DF5-81F8-09E9CE11E576}">
      <dgm:prSet/>
      <dgm:spPr/>
      <dgm:t>
        <a:bodyPr/>
        <a:lstStyle/>
        <a:p>
          <a:endParaRPr lang="en-US"/>
        </a:p>
      </dgm:t>
    </dgm:pt>
    <dgm:pt modelId="{BE2B3EC4-9C96-4AE1-86BE-3CC1A002152A}" type="sibTrans" cxnId="{E9103BEA-2FF9-4DF5-81F8-09E9CE11E576}">
      <dgm:prSet/>
      <dgm:spPr/>
      <dgm:t>
        <a:bodyPr/>
        <a:lstStyle/>
        <a:p>
          <a:endParaRPr lang="en-US"/>
        </a:p>
      </dgm:t>
    </dgm:pt>
    <dgm:pt modelId="{54131986-D954-4CAC-8EF1-C724AAFE37AE}" type="pres">
      <dgm:prSet presAssocID="{ABF39365-C652-4737-90E6-CCE08B7D9DA1}" presName="root" presStyleCnt="0">
        <dgm:presLayoutVars>
          <dgm:dir/>
          <dgm:resizeHandles val="exact"/>
        </dgm:presLayoutVars>
      </dgm:prSet>
      <dgm:spPr/>
    </dgm:pt>
    <dgm:pt modelId="{445CF7DD-8AC6-4FCB-80A2-C18BE5A5F68F}" type="pres">
      <dgm:prSet presAssocID="{B44EC670-16B2-4A94-9BAA-8FC455314449}" presName="compNode" presStyleCnt="0"/>
      <dgm:spPr/>
    </dgm:pt>
    <dgm:pt modelId="{2D1DAAEA-CE6F-4BEC-863E-FE34C4973BD7}" type="pres">
      <dgm:prSet presAssocID="{B44EC670-16B2-4A94-9BAA-8FC455314449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480EDD60-86AA-4400-9932-A61D0516FB32}" type="pres">
      <dgm:prSet presAssocID="{B44EC670-16B2-4A94-9BAA-8FC455314449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DA4BD1B8-0DB4-4562-9B69-396F40C85CFD}" type="pres">
      <dgm:prSet presAssocID="{B44EC670-16B2-4A94-9BAA-8FC455314449}" presName="spaceRect" presStyleCnt="0"/>
      <dgm:spPr/>
    </dgm:pt>
    <dgm:pt modelId="{145DDFFB-5355-400B-A04C-B29E15AF09AD}" type="pres">
      <dgm:prSet presAssocID="{B44EC670-16B2-4A94-9BAA-8FC455314449}" presName="textRect" presStyleLbl="revTx" presStyleIdx="0" presStyleCnt="3">
        <dgm:presLayoutVars>
          <dgm:chMax val="1"/>
          <dgm:chPref val="1"/>
        </dgm:presLayoutVars>
      </dgm:prSet>
      <dgm:spPr/>
    </dgm:pt>
    <dgm:pt modelId="{A77EC012-0859-41D4-A389-26DCEB986F93}" type="pres">
      <dgm:prSet presAssocID="{E8992D16-185E-462D-9ECB-D7D95D2460DC}" presName="sibTrans" presStyleCnt="0"/>
      <dgm:spPr/>
    </dgm:pt>
    <dgm:pt modelId="{C3B149C9-70AD-4A54-880D-1010DA557EC0}" type="pres">
      <dgm:prSet presAssocID="{A2E5F00A-103A-4F82-A7E7-99274ED0ECBC}" presName="compNode" presStyleCnt="0"/>
      <dgm:spPr/>
    </dgm:pt>
    <dgm:pt modelId="{53B29184-7EB1-40BA-8004-A6EEE51B2E59}" type="pres">
      <dgm:prSet presAssocID="{A2E5F00A-103A-4F82-A7E7-99274ED0ECBC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BF8F8DBA-795C-476C-9BD0-6A020422FA60}" type="pres">
      <dgm:prSet presAssocID="{A2E5F00A-103A-4F82-A7E7-99274ED0ECBC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ggy Bank"/>
        </a:ext>
      </dgm:extLst>
    </dgm:pt>
    <dgm:pt modelId="{E1383910-5D5D-45B3-A3F8-15A6397480A0}" type="pres">
      <dgm:prSet presAssocID="{A2E5F00A-103A-4F82-A7E7-99274ED0ECBC}" presName="spaceRect" presStyleCnt="0"/>
      <dgm:spPr/>
    </dgm:pt>
    <dgm:pt modelId="{D1FCE5AF-F83F-4572-95F3-198B8E1B75FB}" type="pres">
      <dgm:prSet presAssocID="{A2E5F00A-103A-4F82-A7E7-99274ED0ECBC}" presName="textRect" presStyleLbl="revTx" presStyleIdx="1" presStyleCnt="3">
        <dgm:presLayoutVars>
          <dgm:chMax val="1"/>
          <dgm:chPref val="1"/>
        </dgm:presLayoutVars>
      </dgm:prSet>
      <dgm:spPr/>
    </dgm:pt>
    <dgm:pt modelId="{01A8F5E5-39E6-4AAE-BFCE-B7E11B8C0F82}" type="pres">
      <dgm:prSet presAssocID="{03FB8EA6-3F17-49ED-BCA8-958ADA99DCCE}" presName="sibTrans" presStyleCnt="0"/>
      <dgm:spPr/>
    </dgm:pt>
    <dgm:pt modelId="{3D310C9E-6D8B-46C8-A852-DFE978479806}" type="pres">
      <dgm:prSet presAssocID="{F8F3DE8F-8E49-43F9-AAA3-620D02C8ECD5}" presName="compNode" presStyleCnt="0"/>
      <dgm:spPr/>
    </dgm:pt>
    <dgm:pt modelId="{76931A09-03E1-4994-8FD6-85B90206C354}" type="pres">
      <dgm:prSet presAssocID="{F8F3DE8F-8E49-43F9-AAA3-620D02C8ECD5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B71864D3-060B-438F-B477-968752B09002}" type="pres">
      <dgm:prSet presAssocID="{F8F3DE8F-8E49-43F9-AAA3-620D02C8ECD5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FC9A63E8-9D0B-4DBC-8B97-6DF47288E47A}" type="pres">
      <dgm:prSet presAssocID="{F8F3DE8F-8E49-43F9-AAA3-620D02C8ECD5}" presName="spaceRect" presStyleCnt="0"/>
      <dgm:spPr/>
    </dgm:pt>
    <dgm:pt modelId="{8CFCAFCE-E291-4326-88AA-017AB6662F2B}" type="pres">
      <dgm:prSet presAssocID="{F8F3DE8F-8E49-43F9-AAA3-620D02C8ECD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97B0A11-EDE5-4C85-B2AB-155E3A4EC114}" type="presOf" srcId="{ABF39365-C652-4737-90E6-CCE08B7D9DA1}" destId="{54131986-D954-4CAC-8EF1-C724AAFE37AE}" srcOrd="0" destOrd="0" presId="urn:microsoft.com/office/officeart/2018/5/layout/IconLeafLabelList"/>
    <dgm:cxn modelId="{E0D81366-A74D-4A4D-B3F8-8680B4FB654A}" srcId="{ABF39365-C652-4737-90E6-CCE08B7D9DA1}" destId="{B44EC670-16B2-4A94-9BAA-8FC455314449}" srcOrd="0" destOrd="0" parTransId="{500B24F4-4B42-4FCE-BD64-BEA5B5A122C3}" sibTransId="{E8992D16-185E-462D-9ECB-D7D95D2460DC}"/>
    <dgm:cxn modelId="{11666546-2498-4733-AD30-24692A3AFA27}" type="presOf" srcId="{F8F3DE8F-8E49-43F9-AAA3-620D02C8ECD5}" destId="{8CFCAFCE-E291-4326-88AA-017AB6662F2B}" srcOrd="0" destOrd="0" presId="urn:microsoft.com/office/officeart/2018/5/layout/IconLeafLabelList"/>
    <dgm:cxn modelId="{87DAFE97-3557-4361-9DB9-AACCB02E6EA7}" srcId="{ABF39365-C652-4737-90E6-CCE08B7D9DA1}" destId="{A2E5F00A-103A-4F82-A7E7-99274ED0ECBC}" srcOrd="1" destOrd="0" parTransId="{AEAE55EB-DB2A-4643-800F-2D4A8EE65EF5}" sibTransId="{03FB8EA6-3F17-49ED-BCA8-958ADA99DCCE}"/>
    <dgm:cxn modelId="{BA35F6A1-BB51-463F-A8B8-8802579700C4}" type="presOf" srcId="{A2E5F00A-103A-4F82-A7E7-99274ED0ECBC}" destId="{D1FCE5AF-F83F-4572-95F3-198B8E1B75FB}" srcOrd="0" destOrd="0" presId="urn:microsoft.com/office/officeart/2018/5/layout/IconLeafLabelList"/>
    <dgm:cxn modelId="{6DA307A7-5CAB-47F6-8438-18B9FFF1B8B0}" type="presOf" srcId="{B44EC670-16B2-4A94-9BAA-8FC455314449}" destId="{145DDFFB-5355-400B-A04C-B29E15AF09AD}" srcOrd="0" destOrd="0" presId="urn:microsoft.com/office/officeart/2018/5/layout/IconLeafLabelList"/>
    <dgm:cxn modelId="{E9103BEA-2FF9-4DF5-81F8-09E9CE11E576}" srcId="{ABF39365-C652-4737-90E6-CCE08B7D9DA1}" destId="{F8F3DE8F-8E49-43F9-AAA3-620D02C8ECD5}" srcOrd="2" destOrd="0" parTransId="{D1E0D4C8-871D-4620-81ED-3836A093C073}" sibTransId="{BE2B3EC4-9C96-4AE1-86BE-3CC1A002152A}"/>
    <dgm:cxn modelId="{A7245955-A843-4EF9-9066-522B88C75CE9}" type="presParOf" srcId="{54131986-D954-4CAC-8EF1-C724AAFE37AE}" destId="{445CF7DD-8AC6-4FCB-80A2-C18BE5A5F68F}" srcOrd="0" destOrd="0" presId="urn:microsoft.com/office/officeart/2018/5/layout/IconLeafLabelList"/>
    <dgm:cxn modelId="{D06A1C23-0572-49CB-A2DE-EB623658400C}" type="presParOf" srcId="{445CF7DD-8AC6-4FCB-80A2-C18BE5A5F68F}" destId="{2D1DAAEA-CE6F-4BEC-863E-FE34C4973BD7}" srcOrd="0" destOrd="0" presId="urn:microsoft.com/office/officeart/2018/5/layout/IconLeafLabelList"/>
    <dgm:cxn modelId="{9ED9962B-C99E-4005-92B2-4BCD0AF3A838}" type="presParOf" srcId="{445CF7DD-8AC6-4FCB-80A2-C18BE5A5F68F}" destId="{480EDD60-86AA-4400-9932-A61D0516FB32}" srcOrd="1" destOrd="0" presId="urn:microsoft.com/office/officeart/2018/5/layout/IconLeafLabelList"/>
    <dgm:cxn modelId="{DC00926F-FD18-4A57-8CB1-01C1FBE5A00E}" type="presParOf" srcId="{445CF7DD-8AC6-4FCB-80A2-C18BE5A5F68F}" destId="{DA4BD1B8-0DB4-4562-9B69-396F40C85CFD}" srcOrd="2" destOrd="0" presId="urn:microsoft.com/office/officeart/2018/5/layout/IconLeafLabelList"/>
    <dgm:cxn modelId="{271C8B3A-173F-4F17-AE4A-13A7A08770BF}" type="presParOf" srcId="{445CF7DD-8AC6-4FCB-80A2-C18BE5A5F68F}" destId="{145DDFFB-5355-400B-A04C-B29E15AF09AD}" srcOrd="3" destOrd="0" presId="urn:microsoft.com/office/officeart/2018/5/layout/IconLeafLabelList"/>
    <dgm:cxn modelId="{86F70790-1889-41BF-98CD-17995F46D534}" type="presParOf" srcId="{54131986-D954-4CAC-8EF1-C724AAFE37AE}" destId="{A77EC012-0859-41D4-A389-26DCEB986F93}" srcOrd="1" destOrd="0" presId="urn:microsoft.com/office/officeart/2018/5/layout/IconLeafLabelList"/>
    <dgm:cxn modelId="{860C3919-316B-4525-BBEA-88C77253FF40}" type="presParOf" srcId="{54131986-D954-4CAC-8EF1-C724AAFE37AE}" destId="{C3B149C9-70AD-4A54-880D-1010DA557EC0}" srcOrd="2" destOrd="0" presId="urn:microsoft.com/office/officeart/2018/5/layout/IconLeafLabelList"/>
    <dgm:cxn modelId="{D047FBD6-C6C0-4D48-A322-CFB27948AD94}" type="presParOf" srcId="{C3B149C9-70AD-4A54-880D-1010DA557EC0}" destId="{53B29184-7EB1-40BA-8004-A6EEE51B2E59}" srcOrd="0" destOrd="0" presId="urn:microsoft.com/office/officeart/2018/5/layout/IconLeafLabelList"/>
    <dgm:cxn modelId="{1D2B1143-B360-48C8-AFB3-DA2ED2742CD3}" type="presParOf" srcId="{C3B149C9-70AD-4A54-880D-1010DA557EC0}" destId="{BF8F8DBA-795C-476C-9BD0-6A020422FA60}" srcOrd="1" destOrd="0" presId="urn:microsoft.com/office/officeart/2018/5/layout/IconLeafLabelList"/>
    <dgm:cxn modelId="{178E64F0-E51D-47A0-9A41-03AD5FDCA663}" type="presParOf" srcId="{C3B149C9-70AD-4A54-880D-1010DA557EC0}" destId="{E1383910-5D5D-45B3-A3F8-15A6397480A0}" srcOrd="2" destOrd="0" presId="urn:microsoft.com/office/officeart/2018/5/layout/IconLeafLabelList"/>
    <dgm:cxn modelId="{C955B593-744B-4081-8EFE-C95ADE63B191}" type="presParOf" srcId="{C3B149C9-70AD-4A54-880D-1010DA557EC0}" destId="{D1FCE5AF-F83F-4572-95F3-198B8E1B75FB}" srcOrd="3" destOrd="0" presId="urn:microsoft.com/office/officeart/2018/5/layout/IconLeafLabelList"/>
    <dgm:cxn modelId="{B62AF41C-1DAA-4556-A685-579E812DFBA6}" type="presParOf" srcId="{54131986-D954-4CAC-8EF1-C724AAFE37AE}" destId="{01A8F5E5-39E6-4AAE-BFCE-B7E11B8C0F82}" srcOrd="3" destOrd="0" presId="urn:microsoft.com/office/officeart/2018/5/layout/IconLeafLabelList"/>
    <dgm:cxn modelId="{3DF8E6AB-71D9-4F64-A308-9207D2C71C81}" type="presParOf" srcId="{54131986-D954-4CAC-8EF1-C724AAFE37AE}" destId="{3D310C9E-6D8B-46C8-A852-DFE978479806}" srcOrd="4" destOrd="0" presId="urn:microsoft.com/office/officeart/2018/5/layout/IconLeafLabelList"/>
    <dgm:cxn modelId="{53C77FE7-05A5-42D1-A928-B294298108F2}" type="presParOf" srcId="{3D310C9E-6D8B-46C8-A852-DFE978479806}" destId="{76931A09-03E1-4994-8FD6-85B90206C354}" srcOrd="0" destOrd="0" presId="urn:microsoft.com/office/officeart/2018/5/layout/IconLeafLabelList"/>
    <dgm:cxn modelId="{8AC56430-6FE7-4C1D-8A86-657BD0B672D9}" type="presParOf" srcId="{3D310C9E-6D8B-46C8-A852-DFE978479806}" destId="{B71864D3-060B-438F-B477-968752B09002}" srcOrd="1" destOrd="0" presId="urn:microsoft.com/office/officeart/2018/5/layout/IconLeafLabelList"/>
    <dgm:cxn modelId="{F57B26E2-811A-4A8F-9F6B-4478054C4A2F}" type="presParOf" srcId="{3D310C9E-6D8B-46C8-A852-DFE978479806}" destId="{FC9A63E8-9D0B-4DBC-8B97-6DF47288E47A}" srcOrd="2" destOrd="0" presId="urn:microsoft.com/office/officeart/2018/5/layout/IconLeafLabelList"/>
    <dgm:cxn modelId="{A316673D-E369-4A08-B681-F85A9D301340}" type="presParOf" srcId="{3D310C9E-6D8B-46C8-A852-DFE978479806}" destId="{8CFCAFCE-E291-4326-88AA-017AB6662F2B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ABF2A2A-89E5-453F-B3D8-ECE99706FA8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65D53B9-DF80-40C8-BAF7-F11D6BDFE458}">
      <dgm:prSet/>
      <dgm:spPr/>
      <dgm:t>
        <a:bodyPr/>
        <a:lstStyle/>
        <a:p>
          <a:pPr>
            <a:defRPr cap="all"/>
          </a:pPr>
          <a:r>
            <a:rPr lang="en-US"/>
            <a:t>Iniciativa</a:t>
          </a:r>
        </a:p>
      </dgm:t>
    </dgm:pt>
    <dgm:pt modelId="{86FC9B10-74C6-4808-8146-C99BBE132494}" type="parTrans" cxnId="{BA64EE0C-A802-4872-AB75-2EE3D0D001AD}">
      <dgm:prSet/>
      <dgm:spPr/>
      <dgm:t>
        <a:bodyPr/>
        <a:lstStyle/>
        <a:p>
          <a:endParaRPr lang="en-US"/>
        </a:p>
      </dgm:t>
    </dgm:pt>
    <dgm:pt modelId="{BFE1028F-E1C0-44A8-BAB2-EAD22963C4C7}" type="sibTrans" cxnId="{BA64EE0C-A802-4872-AB75-2EE3D0D001AD}">
      <dgm:prSet/>
      <dgm:spPr/>
      <dgm:t>
        <a:bodyPr/>
        <a:lstStyle/>
        <a:p>
          <a:endParaRPr lang="en-US"/>
        </a:p>
      </dgm:t>
    </dgm:pt>
    <dgm:pt modelId="{8BEDE72A-D076-4BBB-8B96-6D27DA49FF39}">
      <dgm:prSet/>
      <dgm:spPr/>
      <dgm:t>
        <a:bodyPr/>
        <a:lstStyle/>
        <a:p>
          <a:pPr>
            <a:defRPr cap="all"/>
          </a:pPr>
          <a:r>
            <a:rPr lang="en-US"/>
            <a:t>Responsabilidade</a:t>
          </a:r>
        </a:p>
      </dgm:t>
    </dgm:pt>
    <dgm:pt modelId="{7A535623-6207-4ACE-8845-8B4E8CE75464}" type="parTrans" cxnId="{AED28B43-4D96-48C9-AAD9-A59AFF3A9545}">
      <dgm:prSet/>
      <dgm:spPr/>
      <dgm:t>
        <a:bodyPr/>
        <a:lstStyle/>
        <a:p>
          <a:endParaRPr lang="en-US"/>
        </a:p>
      </dgm:t>
    </dgm:pt>
    <dgm:pt modelId="{9A73F6D3-872D-40D9-BC13-B2C38634D141}" type="sibTrans" cxnId="{AED28B43-4D96-48C9-AAD9-A59AFF3A9545}">
      <dgm:prSet/>
      <dgm:spPr/>
      <dgm:t>
        <a:bodyPr/>
        <a:lstStyle/>
        <a:p>
          <a:endParaRPr lang="en-US"/>
        </a:p>
      </dgm:t>
    </dgm:pt>
    <dgm:pt modelId="{DC02B1E7-D398-41E4-B1B8-C813DB262210}">
      <dgm:prSet/>
      <dgm:spPr/>
      <dgm:t>
        <a:bodyPr/>
        <a:lstStyle/>
        <a:p>
          <a:pPr>
            <a:defRPr cap="all"/>
          </a:pPr>
          <a:r>
            <a:rPr lang="en-US"/>
            <a:t>Criatividade</a:t>
          </a:r>
        </a:p>
      </dgm:t>
    </dgm:pt>
    <dgm:pt modelId="{E7893CB4-9F39-4A7A-B237-92F11EA1DDB0}" type="parTrans" cxnId="{AA0B8204-B3AF-4705-8DA0-39A0C3F56CE2}">
      <dgm:prSet/>
      <dgm:spPr/>
      <dgm:t>
        <a:bodyPr/>
        <a:lstStyle/>
        <a:p>
          <a:endParaRPr lang="en-US"/>
        </a:p>
      </dgm:t>
    </dgm:pt>
    <dgm:pt modelId="{81B7E20F-B417-4E99-A95E-5706BB4F3399}" type="sibTrans" cxnId="{AA0B8204-B3AF-4705-8DA0-39A0C3F56CE2}">
      <dgm:prSet/>
      <dgm:spPr/>
      <dgm:t>
        <a:bodyPr/>
        <a:lstStyle/>
        <a:p>
          <a:endParaRPr lang="en-US"/>
        </a:p>
      </dgm:t>
    </dgm:pt>
    <dgm:pt modelId="{19DB3A67-92DF-4B4E-9BE0-F2D0FD408655}">
      <dgm:prSet/>
      <dgm:spPr/>
      <dgm:t>
        <a:bodyPr/>
        <a:lstStyle/>
        <a:p>
          <a:pPr>
            <a:defRPr cap="all"/>
          </a:pPr>
          <a:r>
            <a:rPr lang="en-US"/>
            <a:t>Capacidade de resolver problemas</a:t>
          </a:r>
        </a:p>
      </dgm:t>
    </dgm:pt>
    <dgm:pt modelId="{D36AD09E-8D41-4A91-A51C-CB459DDF192D}" type="parTrans" cxnId="{E0BF249F-5159-452C-AA53-57FEABE738E0}">
      <dgm:prSet/>
      <dgm:spPr/>
      <dgm:t>
        <a:bodyPr/>
        <a:lstStyle/>
        <a:p>
          <a:endParaRPr lang="en-US"/>
        </a:p>
      </dgm:t>
    </dgm:pt>
    <dgm:pt modelId="{5EA5A1D9-3D4B-46EB-9A4F-367D672BF266}" type="sibTrans" cxnId="{E0BF249F-5159-452C-AA53-57FEABE738E0}">
      <dgm:prSet/>
      <dgm:spPr/>
      <dgm:t>
        <a:bodyPr/>
        <a:lstStyle/>
        <a:p>
          <a:endParaRPr lang="en-US"/>
        </a:p>
      </dgm:t>
    </dgm:pt>
    <dgm:pt modelId="{68645D42-621D-4FCB-99DE-EA61AC866081}">
      <dgm:prSet/>
      <dgm:spPr/>
      <dgm:t>
        <a:bodyPr/>
        <a:lstStyle/>
        <a:p>
          <a:pPr>
            <a:defRPr cap="all"/>
          </a:pPr>
          <a:r>
            <a:rPr lang="en-US"/>
            <a:t>Boa comunicação</a:t>
          </a:r>
        </a:p>
      </dgm:t>
    </dgm:pt>
    <dgm:pt modelId="{43C7BE10-0CE7-458C-B729-5747F7EF279A}" type="parTrans" cxnId="{CF1FC472-BBCF-46B6-913B-6F82D8A43D87}">
      <dgm:prSet/>
      <dgm:spPr/>
      <dgm:t>
        <a:bodyPr/>
        <a:lstStyle/>
        <a:p>
          <a:endParaRPr lang="en-US"/>
        </a:p>
      </dgm:t>
    </dgm:pt>
    <dgm:pt modelId="{D1AE960C-9D06-4950-9E92-2231CD33ED39}" type="sibTrans" cxnId="{CF1FC472-BBCF-46B6-913B-6F82D8A43D87}">
      <dgm:prSet/>
      <dgm:spPr/>
      <dgm:t>
        <a:bodyPr/>
        <a:lstStyle/>
        <a:p>
          <a:endParaRPr lang="en-US"/>
        </a:p>
      </dgm:t>
    </dgm:pt>
    <dgm:pt modelId="{1D6CEC73-71DB-48E4-98DC-2E0275CA70C0}">
      <dgm:prSet/>
      <dgm:spPr/>
      <dgm:t>
        <a:bodyPr/>
        <a:lstStyle/>
        <a:p>
          <a:pPr>
            <a:defRPr cap="all"/>
          </a:pPr>
          <a:r>
            <a:rPr lang="en-US"/>
            <a:t>Persistência e ética profissional</a:t>
          </a:r>
        </a:p>
      </dgm:t>
    </dgm:pt>
    <dgm:pt modelId="{62C984D2-57FF-495C-840C-9F3449B5A577}" type="parTrans" cxnId="{9480A044-90E4-4DFE-A4F1-A948954A44C8}">
      <dgm:prSet/>
      <dgm:spPr/>
      <dgm:t>
        <a:bodyPr/>
        <a:lstStyle/>
        <a:p>
          <a:endParaRPr lang="en-US"/>
        </a:p>
      </dgm:t>
    </dgm:pt>
    <dgm:pt modelId="{E8E555A3-6E5E-4931-AAE5-E7409C50A71A}" type="sibTrans" cxnId="{9480A044-90E4-4DFE-A4F1-A948954A44C8}">
      <dgm:prSet/>
      <dgm:spPr/>
      <dgm:t>
        <a:bodyPr/>
        <a:lstStyle/>
        <a:p>
          <a:endParaRPr lang="en-US"/>
        </a:p>
      </dgm:t>
    </dgm:pt>
    <dgm:pt modelId="{F477F204-0825-4BF7-86B8-D0A9ECAB8188}" type="pres">
      <dgm:prSet presAssocID="{8ABF2A2A-89E5-453F-B3D8-ECE99706FA8E}" presName="root" presStyleCnt="0">
        <dgm:presLayoutVars>
          <dgm:dir/>
          <dgm:resizeHandles val="exact"/>
        </dgm:presLayoutVars>
      </dgm:prSet>
      <dgm:spPr/>
    </dgm:pt>
    <dgm:pt modelId="{B24D4BD4-89C3-4CB4-A086-B921E9F856A3}" type="pres">
      <dgm:prSet presAssocID="{C65D53B9-DF80-40C8-BAF7-F11D6BDFE458}" presName="compNode" presStyleCnt="0"/>
      <dgm:spPr/>
    </dgm:pt>
    <dgm:pt modelId="{70BE0BFC-311F-4C52-A3A9-72207E161A0C}" type="pres">
      <dgm:prSet presAssocID="{C65D53B9-DF80-40C8-BAF7-F11D6BDFE458}" presName="iconBgRect" presStyleLbl="bgShp" presStyleIdx="0" presStyleCnt="6"/>
      <dgm:spPr/>
    </dgm:pt>
    <dgm:pt modelId="{7E6AE386-BADD-4A33-9BD0-FC74591EE844}" type="pres">
      <dgm:prSet presAssocID="{C65D53B9-DF80-40C8-BAF7-F11D6BDFE458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g"/>
        </a:ext>
      </dgm:extLst>
    </dgm:pt>
    <dgm:pt modelId="{B0AEF42B-C9CB-4AEB-87F0-FDB3306B4FCC}" type="pres">
      <dgm:prSet presAssocID="{C65D53B9-DF80-40C8-BAF7-F11D6BDFE458}" presName="spaceRect" presStyleCnt="0"/>
      <dgm:spPr/>
    </dgm:pt>
    <dgm:pt modelId="{D17EB3C7-BB1E-4EAE-92B5-D017592702A5}" type="pres">
      <dgm:prSet presAssocID="{C65D53B9-DF80-40C8-BAF7-F11D6BDFE458}" presName="textRect" presStyleLbl="revTx" presStyleIdx="0" presStyleCnt="6">
        <dgm:presLayoutVars>
          <dgm:chMax val="1"/>
          <dgm:chPref val="1"/>
        </dgm:presLayoutVars>
      </dgm:prSet>
      <dgm:spPr/>
    </dgm:pt>
    <dgm:pt modelId="{81E6F96A-CF78-46C5-8128-B7701DC12D4E}" type="pres">
      <dgm:prSet presAssocID="{BFE1028F-E1C0-44A8-BAB2-EAD22963C4C7}" presName="sibTrans" presStyleCnt="0"/>
      <dgm:spPr/>
    </dgm:pt>
    <dgm:pt modelId="{8D95872F-3CA4-4259-A628-3E7A7028EC09}" type="pres">
      <dgm:prSet presAssocID="{8BEDE72A-D076-4BBB-8B96-6D27DA49FF39}" presName="compNode" presStyleCnt="0"/>
      <dgm:spPr/>
    </dgm:pt>
    <dgm:pt modelId="{BEBAD804-206A-4E2C-A2C5-44147EE694AF}" type="pres">
      <dgm:prSet presAssocID="{8BEDE72A-D076-4BBB-8B96-6D27DA49FF39}" presName="iconBgRect" presStyleLbl="bgShp" presStyleIdx="1" presStyleCnt="6"/>
      <dgm:spPr/>
    </dgm:pt>
    <dgm:pt modelId="{81C32D32-1714-4BA0-B410-49E2750CFD08}" type="pres">
      <dgm:prSet presAssocID="{8BEDE72A-D076-4BBB-8B96-6D27DA49FF39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nanceiro"/>
        </a:ext>
      </dgm:extLst>
    </dgm:pt>
    <dgm:pt modelId="{57B8252D-1068-45C5-B090-78889D66C63A}" type="pres">
      <dgm:prSet presAssocID="{8BEDE72A-D076-4BBB-8B96-6D27DA49FF39}" presName="spaceRect" presStyleCnt="0"/>
      <dgm:spPr/>
    </dgm:pt>
    <dgm:pt modelId="{F6B8DFDC-F506-4AB4-986C-EDCDA505DCC4}" type="pres">
      <dgm:prSet presAssocID="{8BEDE72A-D076-4BBB-8B96-6D27DA49FF39}" presName="textRect" presStyleLbl="revTx" presStyleIdx="1" presStyleCnt="6">
        <dgm:presLayoutVars>
          <dgm:chMax val="1"/>
          <dgm:chPref val="1"/>
        </dgm:presLayoutVars>
      </dgm:prSet>
      <dgm:spPr/>
    </dgm:pt>
    <dgm:pt modelId="{4766ABA3-17CA-4FF4-AF81-8FDC3A31C82A}" type="pres">
      <dgm:prSet presAssocID="{9A73F6D3-872D-40D9-BC13-B2C38634D141}" presName="sibTrans" presStyleCnt="0"/>
      <dgm:spPr/>
    </dgm:pt>
    <dgm:pt modelId="{CC706E7B-C712-475D-9B42-8A3FF1015C52}" type="pres">
      <dgm:prSet presAssocID="{DC02B1E7-D398-41E4-B1B8-C813DB262210}" presName="compNode" presStyleCnt="0"/>
      <dgm:spPr/>
    </dgm:pt>
    <dgm:pt modelId="{545FC43E-D3FD-4E98-8826-C0AE6D3ADC66}" type="pres">
      <dgm:prSet presAssocID="{DC02B1E7-D398-41E4-B1B8-C813DB262210}" presName="iconBgRect" presStyleLbl="bgShp" presStyleIdx="2" presStyleCnt="6"/>
      <dgm:spPr/>
    </dgm:pt>
    <dgm:pt modelId="{BF813158-A913-44ED-A5F0-3691E89B0370}" type="pres">
      <dgm:prSet presAssocID="{DC02B1E7-D398-41E4-B1B8-C813DB262210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plicativo do CRM Customer Insights"/>
        </a:ext>
      </dgm:extLst>
    </dgm:pt>
    <dgm:pt modelId="{E7240A77-A1E6-4CAA-84E8-FB7D0E24A832}" type="pres">
      <dgm:prSet presAssocID="{DC02B1E7-D398-41E4-B1B8-C813DB262210}" presName="spaceRect" presStyleCnt="0"/>
      <dgm:spPr/>
    </dgm:pt>
    <dgm:pt modelId="{125F298D-9F9D-431A-8BCA-5E3192B73C41}" type="pres">
      <dgm:prSet presAssocID="{DC02B1E7-D398-41E4-B1B8-C813DB262210}" presName="textRect" presStyleLbl="revTx" presStyleIdx="2" presStyleCnt="6">
        <dgm:presLayoutVars>
          <dgm:chMax val="1"/>
          <dgm:chPref val="1"/>
        </dgm:presLayoutVars>
      </dgm:prSet>
      <dgm:spPr/>
    </dgm:pt>
    <dgm:pt modelId="{B9E34962-CCEB-4DC4-8758-4A6993E2FDB0}" type="pres">
      <dgm:prSet presAssocID="{81B7E20F-B417-4E99-A95E-5706BB4F3399}" presName="sibTrans" presStyleCnt="0"/>
      <dgm:spPr/>
    </dgm:pt>
    <dgm:pt modelId="{0B5F1EBF-EBAC-458A-88DC-6FB8E42FAC9A}" type="pres">
      <dgm:prSet presAssocID="{19DB3A67-92DF-4B4E-9BE0-F2D0FD408655}" presName="compNode" presStyleCnt="0"/>
      <dgm:spPr/>
    </dgm:pt>
    <dgm:pt modelId="{78E49A21-7B91-43DC-93AC-7ED592F71000}" type="pres">
      <dgm:prSet presAssocID="{19DB3A67-92DF-4B4E-9BE0-F2D0FD408655}" presName="iconBgRect" presStyleLbl="bgShp" presStyleIdx="3" presStyleCnt="6"/>
      <dgm:spPr/>
    </dgm:pt>
    <dgm:pt modelId="{721E82DC-A574-4B3F-9565-0EE719EEFD04}" type="pres">
      <dgm:prSet presAssocID="{19DB3A67-92DF-4B4E-9BE0-F2D0FD408655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tegração"/>
        </a:ext>
      </dgm:extLst>
    </dgm:pt>
    <dgm:pt modelId="{9E6F9B37-9DD9-473B-90E8-85378ADAE848}" type="pres">
      <dgm:prSet presAssocID="{19DB3A67-92DF-4B4E-9BE0-F2D0FD408655}" presName="spaceRect" presStyleCnt="0"/>
      <dgm:spPr/>
    </dgm:pt>
    <dgm:pt modelId="{C392578B-9E0F-45BF-8AAC-FEF1AD752264}" type="pres">
      <dgm:prSet presAssocID="{19DB3A67-92DF-4B4E-9BE0-F2D0FD408655}" presName="textRect" presStyleLbl="revTx" presStyleIdx="3" presStyleCnt="6">
        <dgm:presLayoutVars>
          <dgm:chMax val="1"/>
          <dgm:chPref val="1"/>
        </dgm:presLayoutVars>
      </dgm:prSet>
      <dgm:spPr/>
    </dgm:pt>
    <dgm:pt modelId="{116E11DF-C9DF-40A5-8B60-0BF63C8518E2}" type="pres">
      <dgm:prSet presAssocID="{5EA5A1D9-3D4B-46EB-9A4F-367D672BF266}" presName="sibTrans" presStyleCnt="0"/>
      <dgm:spPr/>
    </dgm:pt>
    <dgm:pt modelId="{1D9ECE83-4E21-4215-B517-694543FF294D}" type="pres">
      <dgm:prSet presAssocID="{68645D42-621D-4FCB-99DE-EA61AC866081}" presName="compNode" presStyleCnt="0"/>
      <dgm:spPr/>
    </dgm:pt>
    <dgm:pt modelId="{6E5AEE46-7A69-4C95-9509-D83E54442239}" type="pres">
      <dgm:prSet presAssocID="{68645D42-621D-4FCB-99DE-EA61AC866081}" presName="iconBgRect" presStyleLbl="bgShp" presStyleIdx="4" presStyleCnt="6"/>
      <dgm:spPr/>
    </dgm:pt>
    <dgm:pt modelId="{B7A84A85-B215-4996-A307-3460A564E21A}" type="pres">
      <dgm:prSet presAssocID="{68645D42-621D-4FCB-99DE-EA61AC866081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unicações"/>
        </a:ext>
      </dgm:extLst>
    </dgm:pt>
    <dgm:pt modelId="{9D03954A-0177-458E-A4C6-BCC88552FDC2}" type="pres">
      <dgm:prSet presAssocID="{68645D42-621D-4FCB-99DE-EA61AC866081}" presName="spaceRect" presStyleCnt="0"/>
      <dgm:spPr/>
    </dgm:pt>
    <dgm:pt modelId="{AB33A53E-6E3A-41D3-81D4-E88EDECC6798}" type="pres">
      <dgm:prSet presAssocID="{68645D42-621D-4FCB-99DE-EA61AC866081}" presName="textRect" presStyleLbl="revTx" presStyleIdx="4" presStyleCnt="6">
        <dgm:presLayoutVars>
          <dgm:chMax val="1"/>
          <dgm:chPref val="1"/>
        </dgm:presLayoutVars>
      </dgm:prSet>
      <dgm:spPr/>
    </dgm:pt>
    <dgm:pt modelId="{2BD04BC3-B597-4C9A-BB9F-83C844CD3BA0}" type="pres">
      <dgm:prSet presAssocID="{D1AE960C-9D06-4950-9E92-2231CD33ED39}" presName="sibTrans" presStyleCnt="0"/>
      <dgm:spPr/>
    </dgm:pt>
    <dgm:pt modelId="{2168696B-B28B-4039-BCF7-28EBA7D087E0}" type="pres">
      <dgm:prSet presAssocID="{1D6CEC73-71DB-48E4-98DC-2E0275CA70C0}" presName="compNode" presStyleCnt="0"/>
      <dgm:spPr/>
    </dgm:pt>
    <dgm:pt modelId="{C6906907-4679-4BC7-A755-D0797404C00A}" type="pres">
      <dgm:prSet presAssocID="{1D6CEC73-71DB-48E4-98DC-2E0275CA70C0}" presName="iconBgRect" presStyleLbl="bgShp" presStyleIdx="5" presStyleCnt="6"/>
      <dgm:spPr/>
    </dgm:pt>
    <dgm:pt modelId="{381819DD-5390-4671-9358-FD71FFBE397F}" type="pres">
      <dgm:prSet presAssocID="{1D6CEC73-71DB-48E4-98DC-2E0275CA70C0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ducação"/>
        </a:ext>
      </dgm:extLst>
    </dgm:pt>
    <dgm:pt modelId="{796E7C8C-F1CA-4B74-B606-52C5CB42CD76}" type="pres">
      <dgm:prSet presAssocID="{1D6CEC73-71DB-48E4-98DC-2E0275CA70C0}" presName="spaceRect" presStyleCnt="0"/>
      <dgm:spPr/>
    </dgm:pt>
    <dgm:pt modelId="{F10C45C2-054D-41AA-B7CF-629F5863D67C}" type="pres">
      <dgm:prSet presAssocID="{1D6CEC73-71DB-48E4-98DC-2E0275CA70C0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AA0B8204-B3AF-4705-8DA0-39A0C3F56CE2}" srcId="{8ABF2A2A-89E5-453F-B3D8-ECE99706FA8E}" destId="{DC02B1E7-D398-41E4-B1B8-C813DB262210}" srcOrd="2" destOrd="0" parTransId="{E7893CB4-9F39-4A7A-B237-92F11EA1DDB0}" sibTransId="{81B7E20F-B417-4E99-A95E-5706BB4F3399}"/>
    <dgm:cxn modelId="{BA64EE0C-A802-4872-AB75-2EE3D0D001AD}" srcId="{8ABF2A2A-89E5-453F-B3D8-ECE99706FA8E}" destId="{C65D53B9-DF80-40C8-BAF7-F11D6BDFE458}" srcOrd="0" destOrd="0" parTransId="{86FC9B10-74C6-4808-8146-C99BBE132494}" sibTransId="{BFE1028F-E1C0-44A8-BAB2-EAD22963C4C7}"/>
    <dgm:cxn modelId="{3C00471C-B99A-4798-95BD-D3569C2046D7}" type="presOf" srcId="{C65D53B9-DF80-40C8-BAF7-F11D6BDFE458}" destId="{D17EB3C7-BB1E-4EAE-92B5-D017592702A5}" srcOrd="0" destOrd="0" presId="urn:microsoft.com/office/officeart/2018/5/layout/IconCircleLabelList"/>
    <dgm:cxn modelId="{579D9F31-4C43-48E1-84CA-C475E3794D5F}" type="presOf" srcId="{19DB3A67-92DF-4B4E-9BE0-F2D0FD408655}" destId="{C392578B-9E0F-45BF-8AAC-FEF1AD752264}" srcOrd="0" destOrd="0" presId="urn:microsoft.com/office/officeart/2018/5/layout/IconCircleLabelList"/>
    <dgm:cxn modelId="{AED28B43-4D96-48C9-AAD9-A59AFF3A9545}" srcId="{8ABF2A2A-89E5-453F-B3D8-ECE99706FA8E}" destId="{8BEDE72A-D076-4BBB-8B96-6D27DA49FF39}" srcOrd="1" destOrd="0" parTransId="{7A535623-6207-4ACE-8845-8B4E8CE75464}" sibTransId="{9A73F6D3-872D-40D9-BC13-B2C38634D141}"/>
    <dgm:cxn modelId="{9480A044-90E4-4DFE-A4F1-A948954A44C8}" srcId="{8ABF2A2A-89E5-453F-B3D8-ECE99706FA8E}" destId="{1D6CEC73-71DB-48E4-98DC-2E0275CA70C0}" srcOrd="5" destOrd="0" parTransId="{62C984D2-57FF-495C-840C-9F3449B5A577}" sibTransId="{E8E555A3-6E5E-4931-AAE5-E7409C50A71A}"/>
    <dgm:cxn modelId="{CF1FC472-BBCF-46B6-913B-6F82D8A43D87}" srcId="{8ABF2A2A-89E5-453F-B3D8-ECE99706FA8E}" destId="{68645D42-621D-4FCB-99DE-EA61AC866081}" srcOrd="4" destOrd="0" parTransId="{43C7BE10-0CE7-458C-B729-5747F7EF279A}" sibTransId="{D1AE960C-9D06-4950-9E92-2231CD33ED39}"/>
    <dgm:cxn modelId="{8F3BCD97-D8C7-4D51-BD06-773108E4BBE3}" type="presOf" srcId="{8ABF2A2A-89E5-453F-B3D8-ECE99706FA8E}" destId="{F477F204-0825-4BF7-86B8-D0A9ECAB8188}" srcOrd="0" destOrd="0" presId="urn:microsoft.com/office/officeart/2018/5/layout/IconCircleLabelList"/>
    <dgm:cxn modelId="{E0BF249F-5159-452C-AA53-57FEABE738E0}" srcId="{8ABF2A2A-89E5-453F-B3D8-ECE99706FA8E}" destId="{19DB3A67-92DF-4B4E-9BE0-F2D0FD408655}" srcOrd="3" destOrd="0" parTransId="{D36AD09E-8D41-4A91-A51C-CB459DDF192D}" sibTransId="{5EA5A1D9-3D4B-46EB-9A4F-367D672BF266}"/>
    <dgm:cxn modelId="{824117AA-7796-4C98-84E8-465C267E4E16}" type="presOf" srcId="{8BEDE72A-D076-4BBB-8B96-6D27DA49FF39}" destId="{F6B8DFDC-F506-4AB4-986C-EDCDA505DCC4}" srcOrd="0" destOrd="0" presId="urn:microsoft.com/office/officeart/2018/5/layout/IconCircleLabelList"/>
    <dgm:cxn modelId="{565B45B7-A257-46F8-A087-2B803826591B}" type="presOf" srcId="{DC02B1E7-D398-41E4-B1B8-C813DB262210}" destId="{125F298D-9F9D-431A-8BCA-5E3192B73C41}" srcOrd="0" destOrd="0" presId="urn:microsoft.com/office/officeart/2018/5/layout/IconCircleLabelList"/>
    <dgm:cxn modelId="{AD3797D9-5CC6-4B06-A6DB-B8C56ABD7292}" type="presOf" srcId="{1D6CEC73-71DB-48E4-98DC-2E0275CA70C0}" destId="{F10C45C2-054D-41AA-B7CF-629F5863D67C}" srcOrd="0" destOrd="0" presId="urn:microsoft.com/office/officeart/2018/5/layout/IconCircleLabelList"/>
    <dgm:cxn modelId="{A73C9BEA-EE0C-442B-8D59-822E7C669A91}" type="presOf" srcId="{68645D42-621D-4FCB-99DE-EA61AC866081}" destId="{AB33A53E-6E3A-41D3-81D4-E88EDECC6798}" srcOrd="0" destOrd="0" presId="urn:microsoft.com/office/officeart/2018/5/layout/IconCircleLabelList"/>
    <dgm:cxn modelId="{221AFA3F-6A50-4945-87D2-AAE299133372}" type="presParOf" srcId="{F477F204-0825-4BF7-86B8-D0A9ECAB8188}" destId="{B24D4BD4-89C3-4CB4-A086-B921E9F856A3}" srcOrd="0" destOrd="0" presId="urn:microsoft.com/office/officeart/2018/5/layout/IconCircleLabelList"/>
    <dgm:cxn modelId="{DC14B7BA-C4B7-4A89-BEBE-C0102C1150E5}" type="presParOf" srcId="{B24D4BD4-89C3-4CB4-A086-B921E9F856A3}" destId="{70BE0BFC-311F-4C52-A3A9-72207E161A0C}" srcOrd="0" destOrd="0" presId="urn:microsoft.com/office/officeart/2018/5/layout/IconCircleLabelList"/>
    <dgm:cxn modelId="{AC3C6B4F-2DA4-4C36-AC1B-4AE1B4363FD5}" type="presParOf" srcId="{B24D4BD4-89C3-4CB4-A086-B921E9F856A3}" destId="{7E6AE386-BADD-4A33-9BD0-FC74591EE844}" srcOrd="1" destOrd="0" presId="urn:microsoft.com/office/officeart/2018/5/layout/IconCircleLabelList"/>
    <dgm:cxn modelId="{81C86351-DDE4-4C8C-96EF-69ADED6F0E07}" type="presParOf" srcId="{B24D4BD4-89C3-4CB4-A086-B921E9F856A3}" destId="{B0AEF42B-C9CB-4AEB-87F0-FDB3306B4FCC}" srcOrd="2" destOrd="0" presId="urn:microsoft.com/office/officeart/2018/5/layout/IconCircleLabelList"/>
    <dgm:cxn modelId="{CBF378A4-134A-411E-BEE0-768A40174443}" type="presParOf" srcId="{B24D4BD4-89C3-4CB4-A086-B921E9F856A3}" destId="{D17EB3C7-BB1E-4EAE-92B5-D017592702A5}" srcOrd="3" destOrd="0" presId="urn:microsoft.com/office/officeart/2018/5/layout/IconCircleLabelList"/>
    <dgm:cxn modelId="{F8A2E5AD-8AB6-478E-A0A0-5F0A8411B547}" type="presParOf" srcId="{F477F204-0825-4BF7-86B8-D0A9ECAB8188}" destId="{81E6F96A-CF78-46C5-8128-B7701DC12D4E}" srcOrd="1" destOrd="0" presId="urn:microsoft.com/office/officeart/2018/5/layout/IconCircleLabelList"/>
    <dgm:cxn modelId="{A915A26F-0698-4A83-A282-B5ADBF9A1E30}" type="presParOf" srcId="{F477F204-0825-4BF7-86B8-D0A9ECAB8188}" destId="{8D95872F-3CA4-4259-A628-3E7A7028EC09}" srcOrd="2" destOrd="0" presId="urn:microsoft.com/office/officeart/2018/5/layout/IconCircleLabelList"/>
    <dgm:cxn modelId="{B4AAC921-0FEB-4C0F-B047-9F78916163EE}" type="presParOf" srcId="{8D95872F-3CA4-4259-A628-3E7A7028EC09}" destId="{BEBAD804-206A-4E2C-A2C5-44147EE694AF}" srcOrd="0" destOrd="0" presId="urn:microsoft.com/office/officeart/2018/5/layout/IconCircleLabelList"/>
    <dgm:cxn modelId="{18046A82-F1A0-4DED-B6D4-0B80893A8203}" type="presParOf" srcId="{8D95872F-3CA4-4259-A628-3E7A7028EC09}" destId="{81C32D32-1714-4BA0-B410-49E2750CFD08}" srcOrd="1" destOrd="0" presId="urn:microsoft.com/office/officeart/2018/5/layout/IconCircleLabelList"/>
    <dgm:cxn modelId="{8EBDD47F-7C24-4980-8DAD-E489EE04B0E3}" type="presParOf" srcId="{8D95872F-3CA4-4259-A628-3E7A7028EC09}" destId="{57B8252D-1068-45C5-B090-78889D66C63A}" srcOrd="2" destOrd="0" presId="urn:microsoft.com/office/officeart/2018/5/layout/IconCircleLabelList"/>
    <dgm:cxn modelId="{F4A15C73-E817-4DC5-822A-CD44456847E1}" type="presParOf" srcId="{8D95872F-3CA4-4259-A628-3E7A7028EC09}" destId="{F6B8DFDC-F506-4AB4-986C-EDCDA505DCC4}" srcOrd="3" destOrd="0" presId="urn:microsoft.com/office/officeart/2018/5/layout/IconCircleLabelList"/>
    <dgm:cxn modelId="{1269FD1F-AF8E-4F3C-82D2-3A13759D8DD6}" type="presParOf" srcId="{F477F204-0825-4BF7-86B8-D0A9ECAB8188}" destId="{4766ABA3-17CA-4FF4-AF81-8FDC3A31C82A}" srcOrd="3" destOrd="0" presId="urn:microsoft.com/office/officeart/2018/5/layout/IconCircleLabelList"/>
    <dgm:cxn modelId="{023832A5-1585-499D-BF9D-45F2C241FAAE}" type="presParOf" srcId="{F477F204-0825-4BF7-86B8-D0A9ECAB8188}" destId="{CC706E7B-C712-475D-9B42-8A3FF1015C52}" srcOrd="4" destOrd="0" presId="urn:microsoft.com/office/officeart/2018/5/layout/IconCircleLabelList"/>
    <dgm:cxn modelId="{690FEED8-513A-43A6-8347-52988650B82B}" type="presParOf" srcId="{CC706E7B-C712-475D-9B42-8A3FF1015C52}" destId="{545FC43E-D3FD-4E98-8826-C0AE6D3ADC66}" srcOrd="0" destOrd="0" presId="urn:microsoft.com/office/officeart/2018/5/layout/IconCircleLabelList"/>
    <dgm:cxn modelId="{F5EA566D-C074-49F2-B192-929BB2A1C4B2}" type="presParOf" srcId="{CC706E7B-C712-475D-9B42-8A3FF1015C52}" destId="{BF813158-A913-44ED-A5F0-3691E89B0370}" srcOrd="1" destOrd="0" presId="urn:microsoft.com/office/officeart/2018/5/layout/IconCircleLabelList"/>
    <dgm:cxn modelId="{020D7E52-E0F5-4802-B2C3-A591DB2EDC3F}" type="presParOf" srcId="{CC706E7B-C712-475D-9B42-8A3FF1015C52}" destId="{E7240A77-A1E6-4CAA-84E8-FB7D0E24A832}" srcOrd="2" destOrd="0" presId="urn:microsoft.com/office/officeart/2018/5/layout/IconCircleLabelList"/>
    <dgm:cxn modelId="{DF8AF684-2F77-438A-99B7-725048A1F6CF}" type="presParOf" srcId="{CC706E7B-C712-475D-9B42-8A3FF1015C52}" destId="{125F298D-9F9D-431A-8BCA-5E3192B73C41}" srcOrd="3" destOrd="0" presId="urn:microsoft.com/office/officeart/2018/5/layout/IconCircleLabelList"/>
    <dgm:cxn modelId="{B14D1183-9D3F-45BA-B172-7CE14BA5BEF4}" type="presParOf" srcId="{F477F204-0825-4BF7-86B8-D0A9ECAB8188}" destId="{B9E34962-CCEB-4DC4-8758-4A6993E2FDB0}" srcOrd="5" destOrd="0" presId="urn:microsoft.com/office/officeart/2018/5/layout/IconCircleLabelList"/>
    <dgm:cxn modelId="{4BD5A3F5-0381-4C8E-8A34-236BC9EF6EDD}" type="presParOf" srcId="{F477F204-0825-4BF7-86B8-D0A9ECAB8188}" destId="{0B5F1EBF-EBAC-458A-88DC-6FB8E42FAC9A}" srcOrd="6" destOrd="0" presId="urn:microsoft.com/office/officeart/2018/5/layout/IconCircleLabelList"/>
    <dgm:cxn modelId="{5EB18801-C3B2-461E-81EA-DBC023E009A3}" type="presParOf" srcId="{0B5F1EBF-EBAC-458A-88DC-6FB8E42FAC9A}" destId="{78E49A21-7B91-43DC-93AC-7ED592F71000}" srcOrd="0" destOrd="0" presId="urn:microsoft.com/office/officeart/2018/5/layout/IconCircleLabelList"/>
    <dgm:cxn modelId="{985909E3-E246-41C2-A23C-161B7E1D3D8E}" type="presParOf" srcId="{0B5F1EBF-EBAC-458A-88DC-6FB8E42FAC9A}" destId="{721E82DC-A574-4B3F-9565-0EE719EEFD04}" srcOrd="1" destOrd="0" presId="urn:microsoft.com/office/officeart/2018/5/layout/IconCircleLabelList"/>
    <dgm:cxn modelId="{0FC3885B-EA65-49B7-A99B-0E01F0ABA453}" type="presParOf" srcId="{0B5F1EBF-EBAC-458A-88DC-6FB8E42FAC9A}" destId="{9E6F9B37-9DD9-473B-90E8-85378ADAE848}" srcOrd="2" destOrd="0" presId="urn:microsoft.com/office/officeart/2018/5/layout/IconCircleLabelList"/>
    <dgm:cxn modelId="{294FE453-AA37-4B88-B8E7-AF450B04CD88}" type="presParOf" srcId="{0B5F1EBF-EBAC-458A-88DC-6FB8E42FAC9A}" destId="{C392578B-9E0F-45BF-8AAC-FEF1AD752264}" srcOrd="3" destOrd="0" presId="urn:microsoft.com/office/officeart/2018/5/layout/IconCircleLabelList"/>
    <dgm:cxn modelId="{97A83F27-E494-43B2-A979-B465CAC83C2F}" type="presParOf" srcId="{F477F204-0825-4BF7-86B8-D0A9ECAB8188}" destId="{116E11DF-C9DF-40A5-8B60-0BF63C8518E2}" srcOrd="7" destOrd="0" presId="urn:microsoft.com/office/officeart/2018/5/layout/IconCircleLabelList"/>
    <dgm:cxn modelId="{3770D9BE-7B8E-4CEA-B35A-9EC2C04C2F13}" type="presParOf" srcId="{F477F204-0825-4BF7-86B8-D0A9ECAB8188}" destId="{1D9ECE83-4E21-4215-B517-694543FF294D}" srcOrd="8" destOrd="0" presId="urn:microsoft.com/office/officeart/2018/5/layout/IconCircleLabelList"/>
    <dgm:cxn modelId="{C8E3C11B-4700-4A7D-A128-5ADAB93BA8D6}" type="presParOf" srcId="{1D9ECE83-4E21-4215-B517-694543FF294D}" destId="{6E5AEE46-7A69-4C95-9509-D83E54442239}" srcOrd="0" destOrd="0" presId="urn:microsoft.com/office/officeart/2018/5/layout/IconCircleLabelList"/>
    <dgm:cxn modelId="{1524FD81-D246-448E-9D82-ED75C31E12BF}" type="presParOf" srcId="{1D9ECE83-4E21-4215-B517-694543FF294D}" destId="{B7A84A85-B215-4996-A307-3460A564E21A}" srcOrd="1" destOrd="0" presId="urn:microsoft.com/office/officeart/2018/5/layout/IconCircleLabelList"/>
    <dgm:cxn modelId="{A7F41889-1275-4418-AA08-6EA87655276C}" type="presParOf" srcId="{1D9ECE83-4E21-4215-B517-694543FF294D}" destId="{9D03954A-0177-458E-A4C6-BCC88552FDC2}" srcOrd="2" destOrd="0" presId="urn:microsoft.com/office/officeart/2018/5/layout/IconCircleLabelList"/>
    <dgm:cxn modelId="{65E330DF-7C81-44B4-ADAC-0FA13E72CEAD}" type="presParOf" srcId="{1D9ECE83-4E21-4215-B517-694543FF294D}" destId="{AB33A53E-6E3A-41D3-81D4-E88EDECC6798}" srcOrd="3" destOrd="0" presId="urn:microsoft.com/office/officeart/2018/5/layout/IconCircleLabelList"/>
    <dgm:cxn modelId="{5D8E054D-0A29-4CDF-8921-7CB2DAC3C3BB}" type="presParOf" srcId="{F477F204-0825-4BF7-86B8-D0A9ECAB8188}" destId="{2BD04BC3-B597-4C9A-BB9F-83C844CD3BA0}" srcOrd="9" destOrd="0" presId="urn:microsoft.com/office/officeart/2018/5/layout/IconCircleLabelList"/>
    <dgm:cxn modelId="{464C8F6C-7E8E-4C74-8429-C99F11AD3EAF}" type="presParOf" srcId="{F477F204-0825-4BF7-86B8-D0A9ECAB8188}" destId="{2168696B-B28B-4039-BCF7-28EBA7D087E0}" srcOrd="10" destOrd="0" presId="urn:microsoft.com/office/officeart/2018/5/layout/IconCircleLabelList"/>
    <dgm:cxn modelId="{24DC1C73-3AB4-4DE3-AF02-B42A5B16BCA9}" type="presParOf" srcId="{2168696B-B28B-4039-BCF7-28EBA7D087E0}" destId="{C6906907-4679-4BC7-A755-D0797404C00A}" srcOrd="0" destOrd="0" presId="urn:microsoft.com/office/officeart/2018/5/layout/IconCircleLabelList"/>
    <dgm:cxn modelId="{1C971259-5FCB-4320-AB5F-C2785915C197}" type="presParOf" srcId="{2168696B-B28B-4039-BCF7-28EBA7D087E0}" destId="{381819DD-5390-4671-9358-FD71FFBE397F}" srcOrd="1" destOrd="0" presId="urn:microsoft.com/office/officeart/2018/5/layout/IconCircleLabelList"/>
    <dgm:cxn modelId="{352752F5-B14A-4D73-AA32-532FAB97A123}" type="presParOf" srcId="{2168696B-B28B-4039-BCF7-28EBA7D087E0}" destId="{796E7C8C-F1CA-4B74-B606-52C5CB42CD76}" srcOrd="2" destOrd="0" presId="urn:microsoft.com/office/officeart/2018/5/layout/IconCircleLabelList"/>
    <dgm:cxn modelId="{D2FF6B23-38D9-4EB5-83D8-DAD9C5974286}" type="presParOf" srcId="{2168696B-B28B-4039-BCF7-28EBA7D087E0}" destId="{F10C45C2-054D-41AA-B7CF-629F5863D67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AD606EB-0068-4A24-BBD6-A208A02345A4}" type="doc">
      <dgm:prSet loTypeId="urn:microsoft.com/office/officeart/2005/8/layout/cycle1" loCatId="cycle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518DADD-F561-484B-96D4-0BE3F6C8BA0D}">
      <dgm:prSet/>
      <dgm:spPr/>
      <dgm:t>
        <a:bodyPr/>
        <a:lstStyle/>
        <a:p>
          <a:r>
            <a:rPr lang="en-US"/>
            <a:t>Instabilidade financeira no início</a:t>
          </a:r>
        </a:p>
      </dgm:t>
    </dgm:pt>
    <dgm:pt modelId="{C693B283-1843-4031-A3BF-697F500CDC3E}" type="parTrans" cxnId="{F7E5FAE9-FA73-4050-A21A-E9F1D9B8CB98}">
      <dgm:prSet/>
      <dgm:spPr/>
      <dgm:t>
        <a:bodyPr/>
        <a:lstStyle/>
        <a:p>
          <a:endParaRPr lang="en-US"/>
        </a:p>
      </dgm:t>
    </dgm:pt>
    <dgm:pt modelId="{EB37935E-4ECC-4BF3-8D07-30F5CAF598E3}" type="sibTrans" cxnId="{F7E5FAE9-FA73-4050-A21A-E9F1D9B8CB98}">
      <dgm:prSet/>
      <dgm:spPr/>
      <dgm:t>
        <a:bodyPr/>
        <a:lstStyle/>
        <a:p>
          <a:endParaRPr lang="en-US"/>
        </a:p>
      </dgm:t>
    </dgm:pt>
    <dgm:pt modelId="{A8637218-F6E7-4A5E-92CF-B404D1F44753}">
      <dgm:prSet/>
      <dgm:spPr/>
      <dgm:t>
        <a:bodyPr/>
        <a:lstStyle/>
        <a:p>
          <a:r>
            <a:rPr lang="en-US"/>
            <a:t>Necessidade de planejamento</a:t>
          </a:r>
        </a:p>
      </dgm:t>
    </dgm:pt>
    <dgm:pt modelId="{717FEA2D-D791-452D-BB26-4AF20115952D}" type="parTrans" cxnId="{670CAE3B-AF92-4B69-B087-7C545A5BFF3F}">
      <dgm:prSet/>
      <dgm:spPr/>
      <dgm:t>
        <a:bodyPr/>
        <a:lstStyle/>
        <a:p>
          <a:endParaRPr lang="en-US"/>
        </a:p>
      </dgm:t>
    </dgm:pt>
    <dgm:pt modelId="{B394C86B-C53D-4CD8-BEE0-5AB99A876991}" type="sibTrans" cxnId="{670CAE3B-AF92-4B69-B087-7C545A5BFF3F}">
      <dgm:prSet/>
      <dgm:spPr/>
      <dgm:t>
        <a:bodyPr/>
        <a:lstStyle/>
        <a:p>
          <a:endParaRPr lang="en-US"/>
        </a:p>
      </dgm:t>
    </dgm:pt>
    <dgm:pt modelId="{D92F4916-3818-489D-A1A9-1B8C486F9CDC}">
      <dgm:prSet/>
      <dgm:spPr/>
      <dgm:t>
        <a:bodyPr/>
        <a:lstStyle/>
        <a:p>
          <a:r>
            <a:rPr lang="en-US"/>
            <a:t>Concorrência</a:t>
          </a:r>
        </a:p>
      </dgm:t>
    </dgm:pt>
    <dgm:pt modelId="{0549F706-83B5-4A2A-95A1-1F6F936B5864}" type="parTrans" cxnId="{EBA01302-D5ED-4552-B32D-D2A358080B61}">
      <dgm:prSet/>
      <dgm:spPr/>
      <dgm:t>
        <a:bodyPr/>
        <a:lstStyle/>
        <a:p>
          <a:endParaRPr lang="en-US"/>
        </a:p>
      </dgm:t>
    </dgm:pt>
    <dgm:pt modelId="{96D7ED74-CB01-4FAE-885D-C6CE07FECD42}" type="sibTrans" cxnId="{EBA01302-D5ED-4552-B32D-D2A358080B61}">
      <dgm:prSet/>
      <dgm:spPr/>
      <dgm:t>
        <a:bodyPr/>
        <a:lstStyle/>
        <a:p>
          <a:endParaRPr lang="en-US"/>
        </a:p>
      </dgm:t>
    </dgm:pt>
    <dgm:pt modelId="{A4A2DC8D-ADF3-4865-9DE7-322E617829D5}">
      <dgm:prSet/>
      <dgm:spPr/>
      <dgm:t>
        <a:bodyPr/>
        <a:lstStyle/>
        <a:p>
          <a:r>
            <a:rPr lang="en-US"/>
            <a:t>Captação de clientes</a:t>
          </a:r>
        </a:p>
      </dgm:t>
    </dgm:pt>
    <dgm:pt modelId="{C21115A5-6E85-44B6-BDAA-AEA5709265CE}" type="parTrans" cxnId="{96EE45F9-28F8-4E7A-B356-19CF38B6524B}">
      <dgm:prSet/>
      <dgm:spPr/>
      <dgm:t>
        <a:bodyPr/>
        <a:lstStyle/>
        <a:p>
          <a:endParaRPr lang="en-US"/>
        </a:p>
      </dgm:t>
    </dgm:pt>
    <dgm:pt modelId="{39CAD07B-2329-4FD0-85E8-AF51E6EABD55}" type="sibTrans" cxnId="{96EE45F9-28F8-4E7A-B356-19CF38B6524B}">
      <dgm:prSet/>
      <dgm:spPr/>
      <dgm:t>
        <a:bodyPr/>
        <a:lstStyle/>
        <a:p>
          <a:endParaRPr lang="en-US"/>
        </a:p>
      </dgm:t>
    </dgm:pt>
    <dgm:pt modelId="{6C3F330C-4052-455C-BBFE-318D5411DAD0}">
      <dgm:prSet/>
      <dgm:spPr/>
      <dgm:t>
        <a:bodyPr/>
        <a:lstStyle/>
        <a:p>
          <a:r>
            <a:rPr lang="en-US" dirty="0" err="1"/>
            <a:t>Manutenção</a:t>
          </a:r>
          <a:r>
            <a:rPr lang="en-US" dirty="0"/>
            <a:t> da </a:t>
          </a:r>
          <a:r>
            <a:rPr lang="en-US"/>
            <a:t>qualidade</a:t>
          </a:r>
          <a:r>
            <a:rPr lang="en-US" dirty="0"/>
            <a:t> do </a:t>
          </a:r>
          <a:r>
            <a:rPr lang="en-US" dirty="0" err="1"/>
            <a:t>serviço</a:t>
          </a:r>
          <a:endParaRPr lang="en-US" dirty="0"/>
        </a:p>
      </dgm:t>
    </dgm:pt>
    <dgm:pt modelId="{33A0EE89-8211-4C22-886A-AE58CF936175}" type="parTrans" cxnId="{88F06E34-3349-4DAF-82FE-4A6160CA984F}">
      <dgm:prSet/>
      <dgm:spPr/>
      <dgm:t>
        <a:bodyPr/>
        <a:lstStyle/>
        <a:p>
          <a:endParaRPr lang="en-US"/>
        </a:p>
      </dgm:t>
    </dgm:pt>
    <dgm:pt modelId="{B69F27F6-A3B4-4A94-A65B-D7B7B8747742}" type="sibTrans" cxnId="{88F06E34-3349-4DAF-82FE-4A6160CA984F}">
      <dgm:prSet/>
      <dgm:spPr/>
      <dgm:t>
        <a:bodyPr/>
        <a:lstStyle/>
        <a:p>
          <a:endParaRPr lang="en-US"/>
        </a:p>
      </dgm:t>
    </dgm:pt>
    <dgm:pt modelId="{BDAB9AA0-3623-41E5-8E48-2056FF43C467}" type="pres">
      <dgm:prSet presAssocID="{DAD606EB-0068-4A24-BBD6-A208A02345A4}" presName="cycle" presStyleCnt="0">
        <dgm:presLayoutVars>
          <dgm:dir/>
          <dgm:resizeHandles val="exact"/>
        </dgm:presLayoutVars>
      </dgm:prSet>
      <dgm:spPr/>
    </dgm:pt>
    <dgm:pt modelId="{280CB0A5-5E23-41E5-8CB8-8D7244B1A30A}" type="pres">
      <dgm:prSet presAssocID="{3518DADD-F561-484B-96D4-0BE3F6C8BA0D}" presName="dummy" presStyleCnt="0"/>
      <dgm:spPr/>
    </dgm:pt>
    <dgm:pt modelId="{6E264034-BAE4-4160-9D63-D33ADF5D971E}" type="pres">
      <dgm:prSet presAssocID="{3518DADD-F561-484B-96D4-0BE3F6C8BA0D}" presName="node" presStyleLbl="revTx" presStyleIdx="0" presStyleCnt="5">
        <dgm:presLayoutVars>
          <dgm:bulletEnabled val="1"/>
        </dgm:presLayoutVars>
      </dgm:prSet>
      <dgm:spPr/>
    </dgm:pt>
    <dgm:pt modelId="{3F83A646-17C2-4479-97B6-3DEBF57FF0E5}" type="pres">
      <dgm:prSet presAssocID="{EB37935E-4ECC-4BF3-8D07-30F5CAF598E3}" presName="sibTrans" presStyleLbl="node1" presStyleIdx="0" presStyleCnt="5"/>
      <dgm:spPr/>
    </dgm:pt>
    <dgm:pt modelId="{143A6098-21C2-41E8-A4F8-F2F764E4774D}" type="pres">
      <dgm:prSet presAssocID="{A8637218-F6E7-4A5E-92CF-B404D1F44753}" presName="dummy" presStyleCnt="0"/>
      <dgm:spPr/>
    </dgm:pt>
    <dgm:pt modelId="{8081F681-AF8C-494A-9169-D493102C7B3C}" type="pres">
      <dgm:prSet presAssocID="{A8637218-F6E7-4A5E-92CF-B404D1F44753}" presName="node" presStyleLbl="revTx" presStyleIdx="1" presStyleCnt="5">
        <dgm:presLayoutVars>
          <dgm:bulletEnabled val="1"/>
        </dgm:presLayoutVars>
      </dgm:prSet>
      <dgm:spPr/>
    </dgm:pt>
    <dgm:pt modelId="{2FF32CE1-DE65-478D-BD96-0168C3F36A8B}" type="pres">
      <dgm:prSet presAssocID="{B394C86B-C53D-4CD8-BEE0-5AB99A876991}" presName="sibTrans" presStyleLbl="node1" presStyleIdx="1" presStyleCnt="5"/>
      <dgm:spPr/>
    </dgm:pt>
    <dgm:pt modelId="{7D1A59E2-453E-48B2-A3F9-F3245AEF9B3E}" type="pres">
      <dgm:prSet presAssocID="{D92F4916-3818-489D-A1A9-1B8C486F9CDC}" presName="dummy" presStyleCnt="0"/>
      <dgm:spPr/>
    </dgm:pt>
    <dgm:pt modelId="{2AD7974A-3847-4929-8D9F-6F4213D2E713}" type="pres">
      <dgm:prSet presAssocID="{D92F4916-3818-489D-A1A9-1B8C486F9CDC}" presName="node" presStyleLbl="revTx" presStyleIdx="2" presStyleCnt="5">
        <dgm:presLayoutVars>
          <dgm:bulletEnabled val="1"/>
        </dgm:presLayoutVars>
      </dgm:prSet>
      <dgm:spPr/>
    </dgm:pt>
    <dgm:pt modelId="{6B255E8C-EB02-4D33-982A-573BE99E4AFF}" type="pres">
      <dgm:prSet presAssocID="{96D7ED74-CB01-4FAE-885D-C6CE07FECD42}" presName="sibTrans" presStyleLbl="node1" presStyleIdx="2" presStyleCnt="5"/>
      <dgm:spPr/>
    </dgm:pt>
    <dgm:pt modelId="{58197F74-836C-46DE-99D6-9E5E3F1DFEC1}" type="pres">
      <dgm:prSet presAssocID="{A4A2DC8D-ADF3-4865-9DE7-322E617829D5}" presName="dummy" presStyleCnt="0"/>
      <dgm:spPr/>
    </dgm:pt>
    <dgm:pt modelId="{CEA00FD0-BB6E-4B58-9F2D-EFA961671949}" type="pres">
      <dgm:prSet presAssocID="{A4A2DC8D-ADF3-4865-9DE7-322E617829D5}" presName="node" presStyleLbl="revTx" presStyleIdx="3" presStyleCnt="5">
        <dgm:presLayoutVars>
          <dgm:bulletEnabled val="1"/>
        </dgm:presLayoutVars>
      </dgm:prSet>
      <dgm:spPr/>
    </dgm:pt>
    <dgm:pt modelId="{DE033B98-1D9A-4E52-BA6C-219DE28CE5EA}" type="pres">
      <dgm:prSet presAssocID="{39CAD07B-2329-4FD0-85E8-AF51E6EABD55}" presName="sibTrans" presStyleLbl="node1" presStyleIdx="3" presStyleCnt="5"/>
      <dgm:spPr/>
    </dgm:pt>
    <dgm:pt modelId="{CAE21055-0640-4AC5-A78C-D60C93C45E7F}" type="pres">
      <dgm:prSet presAssocID="{6C3F330C-4052-455C-BBFE-318D5411DAD0}" presName="dummy" presStyleCnt="0"/>
      <dgm:spPr/>
    </dgm:pt>
    <dgm:pt modelId="{BFC40F90-A449-4BE1-8FE3-D7F3327139A2}" type="pres">
      <dgm:prSet presAssocID="{6C3F330C-4052-455C-BBFE-318D5411DAD0}" presName="node" presStyleLbl="revTx" presStyleIdx="4" presStyleCnt="5">
        <dgm:presLayoutVars>
          <dgm:bulletEnabled val="1"/>
        </dgm:presLayoutVars>
      </dgm:prSet>
      <dgm:spPr/>
    </dgm:pt>
    <dgm:pt modelId="{566DDAA4-D137-4992-A951-71A25DF080E1}" type="pres">
      <dgm:prSet presAssocID="{B69F27F6-A3B4-4A94-A65B-D7B7B8747742}" presName="sibTrans" presStyleLbl="node1" presStyleIdx="4" presStyleCnt="5"/>
      <dgm:spPr/>
    </dgm:pt>
  </dgm:ptLst>
  <dgm:cxnLst>
    <dgm:cxn modelId="{EBA01302-D5ED-4552-B32D-D2A358080B61}" srcId="{DAD606EB-0068-4A24-BBD6-A208A02345A4}" destId="{D92F4916-3818-489D-A1A9-1B8C486F9CDC}" srcOrd="2" destOrd="0" parTransId="{0549F706-83B5-4A2A-95A1-1F6F936B5864}" sibTransId="{96D7ED74-CB01-4FAE-885D-C6CE07FECD42}"/>
    <dgm:cxn modelId="{68EB3A0E-D2AE-4880-9020-B50891290223}" type="presOf" srcId="{A4A2DC8D-ADF3-4865-9DE7-322E617829D5}" destId="{CEA00FD0-BB6E-4B58-9F2D-EFA961671949}" srcOrd="0" destOrd="0" presId="urn:microsoft.com/office/officeart/2005/8/layout/cycle1"/>
    <dgm:cxn modelId="{36E51128-233A-409E-B1D4-49D497E58C27}" type="presOf" srcId="{6C3F330C-4052-455C-BBFE-318D5411DAD0}" destId="{BFC40F90-A449-4BE1-8FE3-D7F3327139A2}" srcOrd="0" destOrd="0" presId="urn:microsoft.com/office/officeart/2005/8/layout/cycle1"/>
    <dgm:cxn modelId="{88F06E34-3349-4DAF-82FE-4A6160CA984F}" srcId="{DAD606EB-0068-4A24-BBD6-A208A02345A4}" destId="{6C3F330C-4052-455C-BBFE-318D5411DAD0}" srcOrd="4" destOrd="0" parTransId="{33A0EE89-8211-4C22-886A-AE58CF936175}" sibTransId="{B69F27F6-A3B4-4A94-A65B-D7B7B8747742}"/>
    <dgm:cxn modelId="{670CAE3B-AF92-4B69-B087-7C545A5BFF3F}" srcId="{DAD606EB-0068-4A24-BBD6-A208A02345A4}" destId="{A8637218-F6E7-4A5E-92CF-B404D1F44753}" srcOrd="1" destOrd="0" parTransId="{717FEA2D-D791-452D-BB26-4AF20115952D}" sibTransId="{B394C86B-C53D-4CD8-BEE0-5AB99A876991}"/>
    <dgm:cxn modelId="{5B218A3F-1B03-4BC8-84B1-2E93EC2FC660}" type="presOf" srcId="{EB37935E-4ECC-4BF3-8D07-30F5CAF598E3}" destId="{3F83A646-17C2-4479-97B6-3DEBF57FF0E5}" srcOrd="0" destOrd="0" presId="urn:microsoft.com/office/officeart/2005/8/layout/cycle1"/>
    <dgm:cxn modelId="{D577E646-F511-45D9-8649-3EEE1394203E}" type="presOf" srcId="{DAD606EB-0068-4A24-BBD6-A208A02345A4}" destId="{BDAB9AA0-3623-41E5-8E48-2056FF43C467}" srcOrd="0" destOrd="0" presId="urn:microsoft.com/office/officeart/2005/8/layout/cycle1"/>
    <dgm:cxn modelId="{EC93F873-2C88-458B-9F52-24B753FACC70}" type="presOf" srcId="{3518DADD-F561-484B-96D4-0BE3F6C8BA0D}" destId="{6E264034-BAE4-4160-9D63-D33ADF5D971E}" srcOrd="0" destOrd="0" presId="urn:microsoft.com/office/officeart/2005/8/layout/cycle1"/>
    <dgm:cxn modelId="{E60DA084-FAFA-44DD-8ABC-4BE38B702D56}" type="presOf" srcId="{B394C86B-C53D-4CD8-BEE0-5AB99A876991}" destId="{2FF32CE1-DE65-478D-BD96-0168C3F36A8B}" srcOrd="0" destOrd="0" presId="urn:microsoft.com/office/officeart/2005/8/layout/cycle1"/>
    <dgm:cxn modelId="{0CBE4798-8D7C-4E24-B94F-2B4F8ECDB9C8}" type="presOf" srcId="{39CAD07B-2329-4FD0-85E8-AF51E6EABD55}" destId="{DE033B98-1D9A-4E52-BA6C-219DE28CE5EA}" srcOrd="0" destOrd="0" presId="urn:microsoft.com/office/officeart/2005/8/layout/cycle1"/>
    <dgm:cxn modelId="{D6862E9D-7815-4AD5-A231-40D26842D88C}" type="presOf" srcId="{B69F27F6-A3B4-4A94-A65B-D7B7B8747742}" destId="{566DDAA4-D137-4992-A951-71A25DF080E1}" srcOrd="0" destOrd="0" presId="urn:microsoft.com/office/officeart/2005/8/layout/cycle1"/>
    <dgm:cxn modelId="{48E392B8-7865-4DB0-AD2E-9DA49CFC3010}" type="presOf" srcId="{96D7ED74-CB01-4FAE-885D-C6CE07FECD42}" destId="{6B255E8C-EB02-4D33-982A-573BE99E4AFF}" srcOrd="0" destOrd="0" presId="urn:microsoft.com/office/officeart/2005/8/layout/cycle1"/>
    <dgm:cxn modelId="{185848B9-69FB-48DC-9C91-70982AADF842}" type="presOf" srcId="{A8637218-F6E7-4A5E-92CF-B404D1F44753}" destId="{8081F681-AF8C-494A-9169-D493102C7B3C}" srcOrd="0" destOrd="0" presId="urn:microsoft.com/office/officeart/2005/8/layout/cycle1"/>
    <dgm:cxn modelId="{913971C2-9F0B-4823-978D-846098D02107}" type="presOf" srcId="{D92F4916-3818-489D-A1A9-1B8C486F9CDC}" destId="{2AD7974A-3847-4929-8D9F-6F4213D2E713}" srcOrd="0" destOrd="0" presId="urn:microsoft.com/office/officeart/2005/8/layout/cycle1"/>
    <dgm:cxn modelId="{F7E5FAE9-FA73-4050-A21A-E9F1D9B8CB98}" srcId="{DAD606EB-0068-4A24-BBD6-A208A02345A4}" destId="{3518DADD-F561-484B-96D4-0BE3F6C8BA0D}" srcOrd="0" destOrd="0" parTransId="{C693B283-1843-4031-A3BF-697F500CDC3E}" sibTransId="{EB37935E-4ECC-4BF3-8D07-30F5CAF598E3}"/>
    <dgm:cxn modelId="{96EE45F9-28F8-4E7A-B356-19CF38B6524B}" srcId="{DAD606EB-0068-4A24-BBD6-A208A02345A4}" destId="{A4A2DC8D-ADF3-4865-9DE7-322E617829D5}" srcOrd="3" destOrd="0" parTransId="{C21115A5-6E85-44B6-BDAA-AEA5709265CE}" sibTransId="{39CAD07B-2329-4FD0-85E8-AF51E6EABD55}"/>
    <dgm:cxn modelId="{CD1F95DC-5A9D-4E8F-9E79-30C618DF166E}" type="presParOf" srcId="{BDAB9AA0-3623-41E5-8E48-2056FF43C467}" destId="{280CB0A5-5E23-41E5-8CB8-8D7244B1A30A}" srcOrd="0" destOrd="0" presId="urn:microsoft.com/office/officeart/2005/8/layout/cycle1"/>
    <dgm:cxn modelId="{F4FD35CD-D9BD-4049-AAD6-1E2FEEBAEAF3}" type="presParOf" srcId="{BDAB9AA0-3623-41E5-8E48-2056FF43C467}" destId="{6E264034-BAE4-4160-9D63-D33ADF5D971E}" srcOrd="1" destOrd="0" presId="urn:microsoft.com/office/officeart/2005/8/layout/cycle1"/>
    <dgm:cxn modelId="{5A7B6FCE-4F6F-4FF2-B09A-742DCB0BD964}" type="presParOf" srcId="{BDAB9AA0-3623-41E5-8E48-2056FF43C467}" destId="{3F83A646-17C2-4479-97B6-3DEBF57FF0E5}" srcOrd="2" destOrd="0" presId="urn:microsoft.com/office/officeart/2005/8/layout/cycle1"/>
    <dgm:cxn modelId="{BE41BCC5-28A7-40B5-8D14-AFECE1B17D3D}" type="presParOf" srcId="{BDAB9AA0-3623-41E5-8E48-2056FF43C467}" destId="{143A6098-21C2-41E8-A4F8-F2F764E4774D}" srcOrd="3" destOrd="0" presId="urn:microsoft.com/office/officeart/2005/8/layout/cycle1"/>
    <dgm:cxn modelId="{90852B8A-1328-4675-AECC-D4686EA00948}" type="presParOf" srcId="{BDAB9AA0-3623-41E5-8E48-2056FF43C467}" destId="{8081F681-AF8C-494A-9169-D493102C7B3C}" srcOrd="4" destOrd="0" presId="urn:microsoft.com/office/officeart/2005/8/layout/cycle1"/>
    <dgm:cxn modelId="{6D4C8ABE-5C18-4FE9-AEAA-174ACCE0DF56}" type="presParOf" srcId="{BDAB9AA0-3623-41E5-8E48-2056FF43C467}" destId="{2FF32CE1-DE65-478D-BD96-0168C3F36A8B}" srcOrd="5" destOrd="0" presId="urn:microsoft.com/office/officeart/2005/8/layout/cycle1"/>
    <dgm:cxn modelId="{B4EF2858-673B-4EE9-8A0D-F0566E8E73AD}" type="presParOf" srcId="{BDAB9AA0-3623-41E5-8E48-2056FF43C467}" destId="{7D1A59E2-453E-48B2-A3F9-F3245AEF9B3E}" srcOrd="6" destOrd="0" presId="urn:microsoft.com/office/officeart/2005/8/layout/cycle1"/>
    <dgm:cxn modelId="{A6372D15-D119-4C27-9631-9581548F2FDB}" type="presParOf" srcId="{BDAB9AA0-3623-41E5-8E48-2056FF43C467}" destId="{2AD7974A-3847-4929-8D9F-6F4213D2E713}" srcOrd="7" destOrd="0" presId="urn:microsoft.com/office/officeart/2005/8/layout/cycle1"/>
    <dgm:cxn modelId="{1673000D-7640-4A3F-91CE-7BB8A22D95F2}" type="presParOf" srcId="{BDAB9AA0-3623-41E5-8E48-2056FF43C467}" destId="{6B255E8C-EB02-4D33-982A-573BE99E4AFF}" srcOrd="8" destOrd="0" presId="urn:microsoft.com/office/officeart/2005/8/layout/cycle1"/>
    <dgm:cxn modelId="{DD68197B-6D5E-4183-9E4F-C8A2CC341669}" type="presParOf" srcId="{BDAB9AA0-3623-41E5-8E48-2056FF43C467}" destId="{58197F74-836C-46DE-99D6-9E5E3F1DFEC1}" srcOrd="9" destOrd="0" presId="urn:microsoft.com/office/officeart/2005/8/layout/cycle1"/>
    <dgm:cxn modelId="{2F3D67CE-6EF7-4A8C-85D8-BC970CE010D2}" type="presParOf" srcId="{BDAB9AA0-3623-41E5-8E48-2056FF43C467}" destId="{CEA00FD0-BB6E-4B58-9F2D-EFA961671949}" srcOrd="10" destOrd="0" presId="urn:microsoft.com/office/officeart/2005/8/layout/cycle1"/>
    <dgm:cxn modelId="{0AF271F3-E147-4074-B462-675D37C17F30}" type="presParOf" srcId="{BDAB9AA0-3623-41E5-8E48-2056FF43C467}" destId="{DE033B98-1D9A-4E52-BA6C-219DE28CE5EA}" srcOrd="11" destOrd="0" presId="urn:microsoft.com/office/officeart/2005/8/layout/cycle1"/>
    <dgm:cxn modelId="{1A29CE5C-813C-4E54-BE8A-1289592ED8A2}" type="presParOf" srcId="{BDAB9AA0-3623-41E5-8E48-2056FF43C467}" destId="{CAE21055-0640-4AC5-A78C-D60C93C45E7F}" srcOrd="12" destOrd="0" presId="urn:microsoft.com/office/officeart/2005/8/layout/cycle1"/>
    <dgm:cxn modelId="{D08BDBDB-B3A3-4C05-B24F-3E2623FAC570}" type="presParOf" srcId="{BDAB9AA0-3623-41E5-8E48-2056FF43C467}" destId="{BFC40F90-A449-4BE1-8FE3-D7F3327139A2}" srcOrd="13" destOrd="0" presId="urn:microsoft.com/office/officeart/2005/8/layout/cycle1"/>
    <dgm:cxn modelId="{F06F15D9-ACC2-4E95-AD4F-30AD77BEAE35}" type="presParOf" srcId="{BDAB9AA0-3623-41E5-8E48-2056FF43C467}" destId="{566DDAA4-D137-4992-A951-71A25DF080E1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E1677E2-14DB-485D-834D-704C21E4B4F7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C5BA70A-087F-4198-9C31-618676AC61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Prioriza</a:t>
          </a:r>
          <a:r>
            <a:rPr lang="en-US" dirty="0"/>
            <a:t> </a:t>
          </a:r>
          <a:r>
            <a:rPr lang="en-US" dirty="0" err="1"/>
            <a:t>pessoas</a:t>
          </a:r>
          <a:r>
            <a:rPr lang="en-US" dirty="0"/>
            <a:t> e </a:t>
          </a:r>
          <a:r>
            <a:rPr lang="en-US" dirty="0" err="1"/>
            <a:t>comunidade</a:t>
          </a:r>
          <a:r>
            <a:rPr lang="en-US" dirty="0"/>
            <a:t>, </a:t>
          </a:r>
          <a:r>
            <a:rPr lang="en-US" dirty="0" err="1"/>
            <a:t>não</a:t>
          </a:r>
          <a:r>
            <a:rPr lang="en-US" dirty="0"/>
            <a:t> </a:t>
          </a:r>
          <a:r>
            <a:rPr lang="en-US" dirty="0" err="1"/>
            <a:t>apenas</a:t>
          </a:r>
          <a:r>
            <a:rPr lang="en-US" dirty="0"/>
            <a:t> o </a:t>
          </a:r>
          <a:r>
            <a:rPr lang="en-US" dirty="0" err="1"/>
            <a:t>lucro</a:t>
          </a:r>
          <a:endParaRPr lang="en-US" dirty="0"/>
        </a:p>
      </dgm:t>
    </dgm:pt>
    <dgm:pt modelId="{F098F252-BE72-4A28-9F16-7A2ED64047D9}" type="parTrans" cxnId="{63060A57-B7E1-4049-8458-FCD4BF0EED4A}">
      <dgm:prSet/>
      <dgm:spPr/>
      <dgm:t>
        <a:bodyPr/>
        <a:lstStyle/>
        <a:p>
          <a:endParaRPr lang="en-US"/>
        </a:p>
      </dgm:t>
    </dgm:pt>
    <dgm:pt modelId="{A19AE547-E422-43D0-B651-99DB41381CA7}" type="sibTrans" cxnId="{63060A57-B7E1-4049-8458-FCD4BF0EED4A}">
      <dgm:prSet/>
      <dgm:spPr/>
      <dgm:t>
        <a:bodyPr/>
        <a:lstStyle/>
        <a:p>
          <a:endParaRPr lang="en-US"/>
        </a:p>
      </dgm:t>
    </dgm:pt>
    <dgm:pt modelId="{74278DD9-F25D-4409-86DB-0C55DE83A7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Modelo </a:t>
          </a:r>
          <a:r>
            <a:rPr lang="en-US" dirty="0" err="1"/>
            <a:t>econômico</a:t>
          </a:r>
          <a:r>
            <a:rPr lang="en-US" dirty="0"/>
            <a:t> </a:t>
          </a:r>
          <a:r>
            <a:rPr lang="en-US" dirty="0" err="1"/>
            <a:t>baseado</a:t>
          </a:r>
          <a:r>
            <a:rPr lang="en-US" dirty="0"/>
            <a:t> </a:t>
          </a:r>
          <a:r>
            <a:rPr lang="en-US" dirty="0" err="1"/>
            <a:t>na</a:t>
          </a:r>
          <a:r>
            <a:rPr lang="en-US" dirty="0"/>
            <a:t> </a:t>
          </a:r>
          <a:r>
            <a:rPr lang="en-US" dirty="0" err="1"/>
            <a:t>cooperação</a:t>
          </a:r>
          <a:endParaRPr lang="en-US" dirty="0"/>
        </a:p>
      </dgm:t>
    </dgm:pt>
    <dgm:pt modelId="{3A701D14-7734-49A9-92F8-1C037088FE66}" type="parTrans" cxnId="{C7F102F5-72EF-43AB-9BD7-A0C3A8B48F00}">
      <dgm:prSet/>
      <dgm:spPr/>
      <dgm:t>
        <a:bodyPr/>
        <a:lstStyle/>
        <a:p>
          <a:endParaRPr lang="en-US"/>
        </a:p>
      </dgm:t>
    </dgm:pt>
    <dgm:pt modelId="{072B555D-D79B-4DB6-A2BC-4FBBC74E2F1B}" type="sibTrans" cxnId="{C7F102F5-72EF-43AB-9BD7-A0C3A8B48F00}">
      <dgm:prSet/>
      <dgm:spPr/>
      <dgm:t>
        <a:bodyPr/>
        <a:lstStyle/>
        <a:p>
          <a:endParaRPr lang="en-US"/>
        </a:p>
      </dgm:t>
    </dgm:pt>
    <dgm:pt modelId="{77DB69E3-456C-41D4-8976-06AFBD537F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Valoriza</a:t>
          </a:r>
          <a:r>
            <a:rPr lang="en-US" dirty="0"/>
            <a:t> o </a:t>
          </a:r>
          <a:r>
            <a:rPr lang="en-US" dirty="0" err="1"/>
            <a:t>trabalho</a:t>
          </a:r>
          <a:r>
            <a:rPr lang="en-US" dirty="0"/>
            <a:t> </a:t>
          </a:r>
          <a:r>
            <a:rPr lang="en-US" dirty="0" err="1"/>
            <a:t>coletivo</a:t>
          </a:r>
          <a:endParaRPr lang="en-US" dirty="0"/>
        </a:p>
      </dgm:t>
    </dgm:pt>
    <dgm:pt modelId="{C500CBEB-ABA8-496B-B6C5-4D135972CC04}" type="parTrans" cxnId="{63090DD2-0AD1-45A5-91F6-F80BF5546A41}">
      <dgm:prSet/>
      <dgm:spPr/>
      <dgm:t>
        <a:bodyPr/>
        <a:lstStyle/>
        <a:p>
          <a:endParaRPr lang="en-US"/>
        </a:p>
      </dgm:t>
    </dgm:pt>
    <dgm:pt modelId="{85BCC4E2-9E3E-4A31-BF47-DEB4E7B188FE}" type="sibTrans" cxnId="{63090DD2-0AD1-45A5-91F6-F80BF5546A41}">
      <dgm:prSet/>
      <dgm:spPr/>
      <dgm:t>
        <a:bodyPr/>
        <a:lstStyle/>
        <a:p>
          <a:endParaRPr lang="en-US"/>
        </a:p>
      </dgm:t>
    </dgm:pt>
    <dgm:pt modelId="{B60AB9EC-C0CC-4108-A87B-E59C0992CAA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Busca</a:t>
          </a:r>
          <a:r>
            <a:rPr lang="en-US" dirty="0"/>
            <a:t> </a:t>
          </a:r>
          <a:r>
            <a:rPr lang="en-US" dirty="0" err="1"/>
            <a:t>justiça</a:t>
          </a:r>
          <a:r>
            <a:rPr lang="en-US" dirty="0"/>
            <a:t> social e </a:t>
          </a:r>
          <a:r>
            <a:rPr lang="en-US" dirty="0" err="1"/>
            <a:t>distribuição</a:t>
          </a:r>
          <a:r>
            <a:rPr lang="en-US" dirty="0"/>
            <a:t> </a:t>
          </a:r>
          <a:r>
            <a:rPr lang="en-US" dirty="0" err="1"/>
            <a:t>mais</a:t>
          </a:r>
          <a:r>
            <a:rPr lang="en-US" dirty="0"/>
            <a:t> </a:t>
          </a:r>
          <a:r>
            <a:rPr lang="en-US" dirty="0" err="1"/>
            <a:t>equilibrada</a:t>
          </a:r>
          <a:r>
            <a:rPr lang="en-US" dirty="0"/>
            <a:t> da </a:t>
          </a:r>
          <a:r>
            <a:rPr lang="en-US" dirty="0" err="1"/>
            <a:t>renda</a:t>
          </a:r>
          <a:endParaRPr lang="en-US" dirty="0"/>
        </a:p>
      </dgm:t>
    </dgm:pt>
    <dgm:pt modelId="{68A20B8F-52E9-4F77-9B6A-C81E93EA84D3}" type="parTrans" cxnId="{ADF79079-1F2C-48B6-97A5-B2B42EF620FB}">
      <dgm:prSet/>
      <dgm:spPr/>
      <dgm:t>
        <a:bodyPr/>
        <a:lstStyle/>
        <a:p>
          <a:endParaRPr lang="en-US"/>
        </a:p>
      </dgm:t>
    </dgm:pt>
    <dgm:pt modelId="{7E5CC327-8C78-4DE0-A381-0C2D1B6C8000}" type="sibTrans" cxnId="{ADF79079-1F2C-48B6-97A5-B2B42EF620FB}">
      <dgm:prSet/>
      <dgm:spPr/>
      <dgm:t>
        <a:bodyPr/>
        <a:lstStyle/>
        <a:p>
          <a:endParaRPr lang="en-US"/>
        </a:p>
      </dgm:t>
    </dgm:pt>
    <dgm:pt modelId="{C79F9319-55CA-458B-8F21-56226E184780}" type="pres">
      <dgm:prSet presAssocID="{EE1677E2-14DB-485D-834D-704C21E4B4F7}" presName="root" presStyleCnt="0">
        <dgm:presLayoutVars>
          <dgm:dir/>
          <dgm:resizeHandles val="exact"/>
        </dgm:presLayoutVars>
      </dgm:prSet>
      <dgm:spPr/>
    </dgm:pt>
    <dgm:pt modelId="{D2D0E6DA-C271-4125-A8AA-E48D79D4ADE1}" type="pres">
      <dgm:prSet presAssocID="{3C5BA70A-087F-4198-9C31-618676AC61B3}" presName="compNode" presStyleCnt="0"/>
      <dgm:spPr/>
    </dgm:pt>
    <dgm:pt modelId="{EBDB275C-AFDB-4322-9762-B58B742C7572}" type="pres">
      <dgm:prSet presAssocID="{3C5BA70A-087F-4198-9C31-618676AC61B3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upo"/>
        </a:ext>
      </dgm:extLst>
    </dgm:pt>
    <dgm:pt modelId="{545D7612-4945-449B-8825-0B872761BD91}" type="pres">
      <dgm:prSet presAssocID="{3C5BA70A-087F-4198-9C31-618676AC61B3}" presName="spaceRect" presStyleCnt="0"/>
      <dgm:spPr/>
    </dgm:pt>
    <dgm:pt modelId="{4D0A62C6-84CD-4A52-BF20-C8854A38DCE2}" type="pres">
      <dgm:prSet presAssocID="{3C5BA70A-087F-4198-9C31-618676AC61B3}" presName="textRect" presStyleLbl="revTx" presStyleIdx="0" presStyleCnt="4">
        <dgm:presLayoutVars>
          <dgm:chMax val="1"/>
          <dgm:chPref val="1"/>
        </dgm:presLayoutVars>
      </dgm:prSet>
      <dgm:spPr/>
    </dgm:pt>
    <dgm:pt modelId="{32EEF3A9-129D-43D6-B6D7-3E9B37539892}" type="pres">
      <dgm:prSet presAssocID="{A19AE547-E422-43D0-B651-99DB41381CA7}" presName="sibTrans" presStyleCnt="0"/>
      <dgm:spPr/>
    </dgm:pt>
    <dgm:pt modelId="{9BB587C9-A089-42DE-9523-9FF88A9B6B37}" type="pres">
      <dgm:prSet presAssocID="{74278DD9-F25D-4409-86DB-0C55DE83A7E4}" presName="compNode" presStyleCnt="0"/>
      <dgm:spPr/>
    </dgm:pt>
    <dgm:pt modelId="{CE59BA44-19CC-4054-9F06-11AC2069698C}" type="pres">
      <dgm:prSet presAssocID="{74278DD9-F25D-4409-86DB-0C55DE83A7E4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nheiro"/>
        </a:ext>
      </dgm:extLst>
    </dgm:pt>
    <dgm:pt modelId="{B1DE61E7-C615-411F-BC59-A051DD42BBCE}" type="pres">
      <dgm:prSet presAssocID="{74278DD9-F25D-4409-86DB-0C55DE83A7E4}" presName="spaceRect" presStyleCnt="0"/>
      <dgm:spPr/>
    </dgm:pt>
    <dgm:pt modelId="{87AF651C-67D8-456A-B16F-1032210D288F}" type="pres">
      <dgm:prSet presAssocID="{74278DD9-F25D-4409-86DB-0C55DE83A7E4}" presName="textRect" presStyleLbl="revTx" presStyleIdx="1" presStyleCnt="4">
        <dgm:presLayoutVars>
          <dgm:chMax val="1"/>
          <dgm:chPref val="1"/>
        </dgm:presLayoutVars>
      </dgm:prSet>
      <dgm:spPr/>
    </dgm:pt>
    <dgm:pt modelId="{6D30E6AD-D632-4C20-BFF9-5ACEF06A727F}" type="pres">
      <dgm:prSet presAssocID="{072B555D-D79B-4DB6-A2BC-4FBBC74E2F1B}" presName="sibTrans" presStyleCnt="0"/>
      <dgm:spPr/>
    </dgm:pt>
    <dgm:pt modelId="{04F638A5-ADF5-4AD3-B3FC-5A5BFB80DCB4}" type="pres">
      <dgm:prSet presAssocID="{77DB69E3-456C-41D4-8976-06AFBD537F66}" presName="compNode" presStyleCnt="0"/>
      <dgm:spPr/>
    </dgm:pt>
    <dgm:pt modelId="{02C616AA-571A-4CF4-ABE7-19CB8F9FFD19}" type="pres">
      <dgm:prSet presAssocID="{77DB69E3-456C-41D4-8976-06AFBD537F66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uários"/>
        </a:ext>
      </dgm:extLst>
    </dgm:pt>
    <dgm:pt modelId="{8B2D479F-2820-439F-A62C-01AE7B7F1090}" type="pres">
      <dgm:prSet presAssocID="{77DB69E3-456C-41D4-8976-06AFBD537F66}" presName="spaceRect" presStyleCnt="0"/>
      <dgm:spPr/>
    </dgm:pt>
    <dgm:pt modelId="{FECF4C95-FCD6-47D0-944D-0E40EE4C7AC1}" type="pres">
      <dgm:prSet presAssocID="{77DB69E3-456C-41D4-8976-06AFBD537F66}" presName="textRect" presStyleLbl="revTx" presStyleIdx="2" presStyleCnt="4">
        <dgm:presLayoutVars>
          <dgm:chMax val="1"/>
          <dgm:chPref val="1"/>
        </dgm:presLayoutVars>
      </dgm:prSet>
      <dgm:spPr/>
    </dgm:pt>
    <dgm:pt modelId="{B46E3675-99DD-4E9C-9A33-5C206473FE62}" type="pres">
      <dgm:prSet presAssocID="{85BCC4E2-9E3E-4A31-BF47-DEB4E7B188FE}" presName="sibTrans" presStyleCnt="0"/>
      <dgm:spPr/>
    </dgm:pt>
    <dgm:pt modelId="{90ED85A0-C56B-4B30-BC85-3DA4A12AF265}" type="pres">
      <dgm:prSet presAssocID="{B60AB9EC-C0CC-4108-A87B-E59C0992CAAA}" presName="compNode" presStyleCnt="0"/>
      <dgm:spPr/>
    </dgm:pt>
    <dgm:pt modelId="{E1AF961D-F853-401F-8B22-66C754A09117}" type="pres">
      <dgm:prSet presAssocID="{B60AB9EC-C0CC-4108-A87B-E59C0992CAAA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perto de mão"/>
        </a:ext>
      </dgm:extLst>
    </dgm:pt>
    <dgm:pt modelId="{56EE7577-F14A-4C5D-B985-19422FFA405A}" type="pres">
      <dgm:prSet presAssocID="{B60AB9EC-C0CC-4108-A87B-E59C0992CAAA}" presName="spaceRect" presStyleCnt="0"/>
      <dgm:spPr/>
    </dgm:pt>
    <dgm:pt modelId="{FE0C273A-4071-4EFD-BC36-2724D180F090}" type="pres">
      <dgm:prSet presAssocID="{B60AB9EC-C0CC-4108-A87B-E59C0992CAA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65A2712-4910-4A92-BF09-9B12EEAF923C}" type="presOf" srcId="{EE1677E2-14DB-485D-834D-704C21E4B4F7}" destId="{C79F9319-55CA-458B-8F21-56226E184780}" srcOrd="0" destOrd="0" presId="urn:microsoft.com/office/officeart/2018/2/layout/IconLabelList"/>
    <dgm:cxn modelId="{060BD525-6679-4443-82AE-07CD1B871857}" type="presOf" srcId="{3C5BA70A-087F-4198-9C31-618676AC61B3}" destId="{4D0A62C6-84CD-4A52-BF20-C8854A38DCE2}" srcOrd="0" destOrd="0" presId="urn:microsoft.com/office/officeart/2018/2/layout/IconLabelList"/>
    <dgm:cxn modelId="{63060A57-B7E1-4049-8458-FCD4BF0EED4A}" srcId="{EE1677E2-14DB-485D-834D-704C21E4B4F7}" destId="{3C5BA70A-087F-4198-9C31-618676AC61B3}" srcOrd="0" destOrd="0" parTransId="{F098F252-BE72-4A28-9F16-7A2ED64047D9}" sibTransId="{A19AE547-E422-43D0-B651-99DB41381CA7}"/>
    <dgm:cxn modelId="{ADF79079-1F2C-48B6-97A5-B2B42EF620FB}" srcId="{EE1677E2-14DB-485D-834D-704C21E4B4F7}" destId="{B60AB9EC-C0CC-4108-A87B-E59C0992CAAA}" srcOrd="3" destOrd="0" parTransId="{68A20B8F-52E9-4F77-9B6A-C81E93EA84D3}" sibTransId="{7E5CC327-8C78-4DE0-A381-0C2D1B6C8000}"/>
    <dgm:cxn modelId="{63090DD2-0AD1-45A5-91F6-F80BF5546A41}" srcId="{EE1677E2-14DB-485D-834D-704C21E4B4F7}" destId="{77DB69E3-456C-41D4-8976-06AFBD537F66}" srcOrd="2" destOrd="0" parTransId="{C500CBEB-ABA8-496B-B6C5-4D135972CC04}" sibTransId="{85BCC4E2-9E3E-4A31-BF47-DEB4E7B188FE}"/>
    <dgm:cxn modelId="{E7DD15E9-0EBA-4352-ABB5-65961047BEFE}" type="presOf" srcId="{74278DD9-F25D-4409-86DB-0C55DE83A7E4}" destId="{87AF651C-67D8-456A-B16F-1032210D288F}" srcOrd="0" destOrd="0" presId="urn:microsoft.com/office/officeart/2018/2/layout/IconLabelList"/>
    <dgm:cxn modelId="{C7F102F5-72EF-43AB-9BD7-A0C3A8B48F00}" srcId="{EE1677E2-14DB-485D-834D-704C21E4B4F7}" destId="{74278DD9-F25D-4409-86DB-0C55DE83A7E4}" srcOrd="1" destOrd="0" parTransId="{3A701D14-7734-49A9-92F8-1C037088FE66}" sibTransId="{072B555D-D79B-4DB6-A2BC-4FBBC74E2F1B}"/>
    <dgm:cxn modelId="{F20372F7-6271-48B2-BDFE-ABFB44931394}" type="presOf" srcId="{B60AB9EC-C0CC-4108-A87B-E59C0992CAAA}" destId="{FE0C273A-4071-4EFD-BC36-2724D180F090}" srcOrd="0" destOrd="0" presId="urn:microsoft.com/office/officeart/2018/2/layout/IconLabelList"/>
    <dgm:cxn modelId="{A71CE6F8-BF84-4B9C-8E15-CC9F64855469}" type="presOf" srcId="{77DB69E3-456C-41D4-8976-06AFBD537F66}" destId="{FECF4C95-FCD6-47D0-944D-0E40EE4C7AC1}" srcOrd="0" destOrd="0" presId="urn:microsoft.com/office/officeart/2018/2/layout/IconLabelList"/>
    <dgm:cxn modelId="{3B6016EA-8366-4376-8C07-7D0E484DC916}" type="presParOf" srcId="{C79F9319-55CA-458B-8F21-56226E184780}" destId="{D2D0E6DA-C271-4125-A8AA-E48D79D4ADE1}" srcOrd="0" destOrd="0" presId="urn:microsoft.com/office/officeart/2018/2/layout/IconLabelList"/>
    <dgm:cxn modelId="{228D0166-845F-4CAA-8658-FB1C690B7852}" type="presParOf" srcId="{D2D0E6DA-C271-4125-A8AA-E48D79D4ADE1}" destId="{EBDB275C-AFDB-4322-9762-B58B742C7572}" srcOrd="0" destOrd="0" presId="urn:microsoft.com/office/officeart/2018/2/layout/IconLabelList"/>
    <dgm:cxn modelId="{7DD0F44A-14F8-4F3F-AD9A-E9327868BD22}" type="presParOf" srcId="{D2D0E6DA-C271-4125-A8AA-E48D79D4ADE1}" destId="{545D7612-4945-449B-8825-0B872761BD91}" srcOrd="1" destOrd="0" presId="urn:microsoft.com/office/officeart/2018/2/layout/IconLabelList"/>
    <dgm:cxn modelId="{DDEF289E-E280-4E2E-AE0C-0C0A0CA9D671}" type="presParOf" srcId="{D2D0E6DA-C271-4125-A8AA-E48D79D4ADE1}" destId="{4D0A62C6-84CD-4A52-BF20-C8854A38DCE2}" srcOrd="2" destOrd="0" presId="urn:microsoft.com/office/officeart/2018/2/layout/IconLabelList"/>
    <dgm:cxn modelId="{A1AFA091-3E15-469E-9C22-84D4158B0C88}" type="presParOf" srcId="{C79F9319-55CA-458B-8F21-56226E184780}" destId="{32EEF3A9-129D-43D6-B6D7-3E9B37539892}" srcOrd="1" destOrd="0" presId="urn:microsoft.com/office/officeart/2018/2/layout/IconLabelList"/>
    <dgm:cxn modelId="{8B75BA97-F44F-4ECD-AA83-EEC4E6A379EF}" type="presParOf" srcId="{C79F9319-55CA-458B-8F21-56226E184780}" destId="{9BB587C9-A089-42DE-9523-9FF88A9B6B37}" srcOrd="2" destOrd="0" presId="urn:microsoft.com/office/officeart/2018/2/layout/IconLabelList"/>
    <dgm:cxn modelId="{DCF4AA3D-8D12-4F81-975D-D298A30424DD}" type="presParOf" srcId="{9BB587C9-A089-42DE-9523-9FF88A9B6B37}" destId="{CE59BA44-19CC-4054-9F06-11AC2069698C}" srcOrd="0" destOrd="0" presId="urn:microsoft.com/office/officeart/2018/2/layout/IconLabelList"/>
    <dgm:cxn modelId="{B42F66FD-9D7C-4BC8-8974-21FD1EC01EEE}" type="presParOf" srcId="{9BB587C9-A089-42DE-9523-9FF88A9B6B37}" destId="{B1DE61E7-C615-411F-BC59-A051DD42BBCE}" srcOrd="1" destOrd="0" presId="urn:microsoft.com/office/officeart/2018/2/layout/IconLabelList"/>
    <dgm:cxn modelId="{F2BE3BB5-F016-404B-B6BF-C396EE41A5AA}" type="presParOf" srcId="{9BB587C9-A089-42DE-9523-9FF88A9B6B37}" destId="{87AF651C-67D8-456A-B16F-1032210D288F}" srcOrd="2" destOrd="0" presId="urn:microsoft.com/office/officeart/2018/2/layout/IconLabelList"/>
    <dgm:cxn modelId="{C7E6966C-D371-47F1-9C79-87DA9F9FD731}" type="presParOf" srcId="{C79F9319-55CA-458B-8F21-56226E184780}" destId="{6D30E6AD-D632-4C20-BFF9-5ACEF06A727F}" srcOrd="3" destOrd="0" presId="urn:microsoft.com/office/officeart/2018/2/layout/IconLabelList"/>
    <dgm:cxn modelId="{0B1867A2-BC44-4F08-AF0E-E7A15A9B858A}" type="presParOf" srcId="{C79F9319-55CA-458B-8F21-56226E184780}" destId="{04F638A5-ADF5-4AD3-B3FC-5A5BFB80DCB4}" srcOrd="4" destOrd="0" presId="urn:microsoft.com/office/officeart/2018/2/layout/IconLabelList"/>
    <dgm:cxn modelId="{A7E9BE8C-D9A3-4D69-84E0-3F0CC7567CB8}" type="presParOf" srcId="{04F638A5-ADF5-4AD3-B3FC-5A5BFB80DCB4}" destId="{02C616AA-571A-4CF4-ABE7-19CB8F9FFD19}" srcOrd="0" destOrd="0" presId="urn:microsoft.com/office/officeart/2018/2/layout/IconLabelList"/>
    <dgm:cxn modelId="{8D5C0DB2-B149-4E13-A0BB-443B34B1AC25}" type="presParOf" srcId="{04F638A5-ADF5-4AD3-B3FC-5A5BFB80DCB4}" destId="{8B2D479F-2820-439F-A62C-01AE7B7F1090}" srcOrd="1" destOrd="0" presId="urn:microsoft.com/office/officeart/2018/2/layout/IconLabelList"/>
    <dgm:cxn modelId="{8A041F98-D780-4862-AE9D-7DB06FA72F8E}" type="presParOf" srcId="{04F638A5-ADF5-4AD3-B3FC-5A5BFB80DCB4}" destId="{FECF4C95-FCD6-47D0-944D-0E40EE4C7AC1}" srcOrd="2" destOrd="0" presId="urn:microsoft.com/office/officeart/2018/2/layout/IconLabelList"/>
    <dgm:cxn modelId="{65DD709F-F751-4C6E-B7D0-A312E210D3A9}" type="presParOf" srcId="{C79F9319-55CA-458B-8F21-56226E184780}" destId="{B46E3675-99DD-4E9C-9A33-5C206473FE62}" srcOrd="5" destOrd="0" presId="urn:microsoft.com/office/officeart/2018/2/layout/IconLabelList"/>
    <dgm:cxn modelId="{BE73DD7D-8F60-4C80-BFB2-D7D175432883}" type="presParOf" srcId="{C79F9319-55CA-458B-8F21-56226E184780}" destId="{90ED85A0-C56B-4B30-BC85-3DA4A12AF265}" srcOrd="6" destOrd="0" presId="urn:microsoft.com/office/officeart/2018/2/layout/IconLabelList"/>
    <dgm:cxn modelId="{C4ED4FEE-41C4-4B87-BB26-40E0CD8ECDEA}" type="presParOf" srcId="{90ED85A0-C56B-4B30-BC85-3DA4A12AF265}" destId="{E1AF961D-F853-401F-8B22-66C754A09117}" srcOrd="0" destOrd="0" presId="urn:microsoft.com/office/officeart/2018/2/layout/IconLabelList"/>
    <dgm:cxn modelId="{E802EC48-E697-49C7-96F5-AD8195B0A988}" type="presParOf" srcId="{90ED85A0-C56B-4B30-BC85-3DA4A12AF265}" destId="{56EE7577-F14A-4C5D-B985-19422FFA405A}" srcOrd="1" destOrd="0" presId="urn:microsoft.com/office/officeart/2018/2/layout/IconLabelList"/>
    <dgm:cxn modelId="{6F4835FA-9F13-4CCB-A87C-5F3D0565F663}" type="presParOf" srcId="{90ED85A0-C56B-4B30-BC85-3DA4A12AF265}" destId="{FE0C273A-4071-4EFD-BC36-2724D180F09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E1677E2-14DB-485D-834D-704C21E4B4F7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C5BA70A-087F-4198-9C31-618676AC61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União voluntária de pessoas com objetivos em comum</a:t>
          </a:r>
        </a:p>
      </dgm:t>
    </dgm:pt>
    <dgm:pt modelId="{F098F252-BE72-4A28-9F16-7A2ED64047D9}" type="parTrans" cxnId="{63060A57-B7E1-4049-8458-FCD4BF0EED4A}">
      <dgm:prSet/>
      <dgm:spPr/>
      <dgm:t>
        <a:bodyPr/>
        <a:lstStyle/>
        <a:p>
          <a:endParaRPr lang="en-US"/>
        </a:p>
      </dgm:t>
    </dgm:pt>
    <dgm:pt modelId="{A19AE547-E422-43D0-B651-99DB41381CA7}" type="sibTrans" cxnId="{63060A57-B7E1-4049-8458-FCD4BF0EED4A}">
      <dgm:prSet/>
      <dgm:spPr/>
      <dgm:t>
        <a:bodyPr/>
        <a:lstStyle/>
        <a:p>
          <a:endParaRPr lang="en-US"/>
        </a:p>
      </dgm:t>
    </dgm:pt>
    <dgm:pt modelId="{74278DD9-F25D-4409-86DB-0C55DE83A7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Associações não têm finalidade lucrativa</a:t>
          </a:r>
        </a:p>
      </dgm:t>
    </dgm:pt>
    <dgm:pt modelId="{3A701D14-7734-49A9-92F8-1C037088FE66}" type="parTrans" cxnId="{C7F102F5-72EF-43AB-9BD7-A0C3A8B48F00}">
      <dgm:prSet/>
      <dgm:spPr/>
      <dgm:t>
        <a:bodyPr/>
        <a:lstStyle/>
        <a:p>
          <a:endParaRPr lang="en-US"/>
        </a:p>
      </dgm:t>
    </dgm:pt>
    <dgm:pt modelId="{072B555D-D79B-4DB6-A2BC-4FBBC74E2F1B}" type="sibTrans" cxnId="{C7F102F5-72EF-43AB-9BD7-A0C3A8B48F00}">
      <dgm:prSet/>
      <dgm:spPr/>
      <dgm:t>
        <a:bodyPr/>
        <a:lstStyle/>
        <a:p>
          <a:endParaRPr lang="en-US"/>
        </a:p>
      </dgm:t>
    </dgm:pt>
    <dgm:pt modelId="{77DB69E3-456C-41D4-8976-06AFBD537F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Buscam representar interesses de um grupo</a:t>
          </a:r>
        </a:p>
      </dgm:t>
    </dgm:pt>
    <dgm:pt modelId="{C500CBEB-ABA8-496B-B6C5-4D135972CC04}" type="parTrans" cxnId="{63090DD2-0AD1-45A5-91F6-F80BF5546A41}">
      <dgm:prSet/>
      <dgm:spPr/>
      <dgm:t>
        <a:bodyPr/>
        <a:lstStyle/>
        <a:p>
          <a:endParaRPr lang="en-US"/>
        </a:p>
      </dgm:t>
    </dgm:pt>
    <dgm:pt modelId="{85BCC4E2-9E3E-4A31-BF47-DEB4E7B188FE}" type="sibTrans" cxnId="{63090DD2-0AD1-45A5-91F6-F80BF5546A41}">
      <dgm:prSet/>
      <dgm:spPr/>
      <dgm:t>
        <a:bodyPr/>
        <a:lstStyle/>
        <a:p>
          <a:endParaRPr lang="en-US"/>
        </a:p>
      </dgm:t>
    </dgm:pt>
    <dgm:pt modelId="{B60AB9EC-C0CC-4108-A87B-E59C0992CAA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Promovem apoio mútuo e fortalecimento coletivo</a:t>
          </a:r>
        </a:p>
      </dgm:t>
    </dgm:pt>
    <dgm:pt modelId="{68A20B8F-52E9-4F77-9B6A-C81E93EA84D3}" type="parTrans" cxnId="{ADF79079-1F2C-48B6-97A5-B2B42EF620FB}">
      <dgm:prSet/>
      <dgm:spPr/>
      <dgm:t>
        <a:bodyPr/>
        <a:lstStyle/>
        <a:p>
          <a:endParaRPr lang="en-US"/>
        </a:p>
      </dgm:t>
    </dgm:pt>
    <dgm:pt modelId="{7E5CC327-8C78-4DE0-A381-0C2D1B6C8000}" type="sibTrans" cxnId="{ADF79079-1F2C-48B6-97A5-B2B42EF620FB}">
      <dgm:prSet/>
      <dgm:spPr/>
      <dgm:t>
        <a:bodyPr/>
        <a:lstStyle/>
        <a:p>
          <a:endParaRPr lang="en-US"/>
        </a:p>
      </dgm:t>
    </dgm:pt>
    <dgm:pt modelId="{C79F9319-55CA-458B-8F21-56226E184780}" type="pres">
      <dgm:prSet presAssocID="{EE1677E2-14DB-485D-834D-704C21E4B4F7}" presName="root" presStyleCnt="0">
        <dgm:presLayoutVars>
          <dgm:dir/>
          <dgm:resizeHandles val="exact"/>
        </dgm:presLayoutVars>
      </dgm:prSet>
      <dgm:spPr/>
    </dgm:pt>
    <dgm:pt modelId="{D2D0E6DA-C271-4125-A8AA-E48D79D4ADE1}" type="pres">
      <dgm:prSet presAssocID="{3C5BA70A-087F-4198-9C31-618676AC61B3}" presName="compNode" presStyleCnt="0"/>
      <dgm:spPr/>
    </dgm:pt>
    <dgm:pt modelId="{EBDB275C-AFDB-4322-9762-B58B742C7572}" type="pres">
      <dgm:prSet presAssocID="{3C5BA70A-087F-4198-9C31-618676AC61B3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upo"/>
        </a:ext>
      </dgm:extLst>
    </dgm:pt>
    <dgm:pt modelId="{545D7612-4945-449B-8825-0B872761BD91}" type="pres">
      <dgm:prSet presAssocID="{3C5BA70A-087F-4198-9C31-618676AC61B3}" presName="spaceRect" presStyleCnt="0"/>
      <dgm:spPr/>
    </dgm:pt>
    <dgm:pt modelId="{4D0A62C6-84CD-4A52-BF20-C8854A38DCE2}" type="pres">
      <dgm:prSet presAssocID="{3C5BA70A-087F-4198-9C31-618676AC61B3}" presName="textRect" presStyleLbl="revTx" presStyleIdx="0" presStyleCnt="4">
        <dgm:presLayoutVars>
          <dgm:chMax val="1"/>
          <dgm:chPref val="1"/>
        </dgm:presLayoutVars>
      </dgm:prSet>
      <dgm:spPr/>
    </dgm:pt>
    <dgm:pt modelId="{32EEF3A9-129D-43D6-B6D7-3E9B37539892}" type="pres">
      <dgm:prSet presAssocID="{A19AE547-E422-43D0-B651-99DB41381CA7}" presName="sibTrans" presStyleCnt="0"/>
      <dgm:spPr/>
    </dgm:pt>
    <dgm:pt modelId="{9BB587C9-A089-42DE-9523-9FF88A9B6B37}" type="pres">
      <dgm:prSet presAssocID="{74278DD9-F25D-4409-86DB-0C55DE83A7E4}" presName="compNode" presStyleCnt="0"/>
      <dgm:spPr/>
    </dgm:pt>
    <dgm:pt modelId="{CE59BA44-19CC-4054-9F06-11AC2069698C}" type="pres">
      <dgm:prSet presAssocID="{74278DD9-F25D-4409-86DB-0C55DE83A7E4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nheiro"/>
        </a:ext>
      </dgm:extLst>
    </dgm:pt>
    <dgm:pt modelId="{B1DE61E7-C615-411F-BC59-A051DD42BBCE}" type="pres">
      <dgm:prSet presAssocID="{74278DD9-F25D-4409-86DB-0C55DE83A7E4}" presName="spaceRect" presStyleCnt="0"/>
      <dgm:spPr/>
    </dgm:pt>
    <dgm:pt modelId="{87AF651C-67D8-456A-B16F-1032210D288F}" type="pres">
      <dgm:prSet presAssocID="{74278DD9-F25D-4409-86DB-0C55DE83A7E4}" presName="textRect" presStyleLbl="revTx" presStyleIdx="1" presStyleCnt="4">
        <dgm:presLayoutVars>
          <dgm:chMax val="1"/>
          <dgm:chPref val="1"/>
        </dgm:presLayoutVars>
      </dgm:prSet>
      <dgm:spPr/>
    </dgm:pt>
    <dgm:pt modelId="{6D30E6AD-D632-4C20-BFF9-5ACEF06A727F}" type="pres">
      <dgm:prSet presAssocID="{072B555D-D79B-4DB6-A2BC-4FBBC74E2F1B}" presName="sibTrans" presStyleCnt="0"/>
      <dgm:spPr/>
    </dgm:pt>
    <dgm:pt modelId="{04F638A5-ADF5-4AD3-B3FC-5A5BFB80DCB4}" type="pres">
      <dgm:prSet presAssocID="{77DB69E3-456C-41D4-8976-06AFBD537F66}" presName="compNode" presStyleCnt="0"/>
      <dgm:spPr/>
    </dgm:pt>
    <dgm:pt modelId="{02C616AA-571A-4CF4-ABE7-19CB8F9FFD19}" type="pres">
      <dgm:prSet presAssocID="{77DB69E3-456C-41D4-8976-06AFBD537F66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uários"/>
        </a:ext>
      </dgm:extLst>
    </dgm:pt>
    <dgm:pt modelId="{8B2D479F-2820-439F-A62C-01AE7B7F1090}" type="pres">
      <dgm:prSet presAssocID="{77DB69E3-456C-41D4-8976-06AFBD537F66}" presName="spaceRect" presStyleCnt="0"/>
      <dgm:spPr/>
    </dgm:pt>
    <dgm:pt modelId="{FECF4C95-FCD6-47D0-944D-0E40EE4C7AC1}" type="pres">
      <dgm:prSet presAssocID="{77DB69E3-456C-41D4-8976-06AFBD537F66}" presName="textRect" presStyleLbl="revTx" presStyleIdx="2" presStyleCnt="4">
        <dgm:presLayoutVars>
          <dgm:chMax val="1"/>
          <dgm:chPref val="1"/>
        </dgm:presLayoutVars>
      </dgm:prSet>
      <dgm:spPr/>
    </dgm:pt>
    <dgm:pt modelId="{B46E3675-99DD-4E9C-9A33-5C206473FE62}" type="pres">
      <dgm:prSet presAssocID="{85BCC4E2-9E3E-4A31-BF47-DEB4E7B188FE}" presName="sibTrans" presStyleCnt="0"/>
      <dgm:spPr/>
    </dgm:pt>
    <dgm:pt modelId="{90ED85A0-C56B-4B30-BC85-3DA4A12AF265}" type="pres">
      <dgm:prSet presAssocID="{B60AB9EC-C0CC-4108-A87B-E59C0992CAAA}" presName="compNode" presStyleCnt="0"/>
      <dgm:spPr/>
    </dgm:pt>
    <dgm:pt modelId="{E1AF961D-F853-401F-8B22-66C754A09117}" type="pres">
      <dgm:prSet presAssocID="{B60AB9EC-C0CC-4108-A87B-E59C0992CAAA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perto de mão"/>
        </a:ext>
      </dgm:extLst>
    </dgm:pt>
    <dgm:pt modelId="{56EE7577-F14A-4C5D-B985-19422FFA405A}" type="pres">
      <dgm:prSet presAssocID="{B60AB9EC-C0CC-4108-A87B-E59C0992CAAA}" presName="spaceRect" presStyleCnt="0"/>
      <dgm:spPr/>
    </dgm:pt>
    <dgm:pt modelId="{FE0C273A-4071-4EFD-BC36-2724D180F090}" type="pres">
      <dgm:prSet presAssocID="{B60AB9EC-C0CC-4108-A87B-E59C0992CAA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65A2712-4910-4A92-BF09-9B12EEAF923C}" type="presOf" srcId="{EE1677E2-14DB-485D-834D-704C21E4B4F7}" destId="{C79F9319-55CA-458B-8F21-56226E184780}" srcOrd="0" destOrd="0" presId="urn:microsoft.com/office/officeart/2018/2/layout/IconLabelList"/>
    <dgm:cxn modelId="{060BD525-6679-4443-82AE-07CD1B871857}" type="presOf" srcId="{3C5BA70A-087F-4198-9C31-618676AC61B3}" destId="{4D0A62C6-84CD-4A52-BF20-C8854A38DCE2}" srcOrd="0" destOrd="0" presId="urn:microsoft.com/office/officeart/2018/2/layout/IconLabelList"/>
    <dgm:cxn modelId="{63060A57-B7E1-4049-8458-FCD4BF0EED4A}" srcId="{EE1677E2-14DB-485D-834D-704C21E4B4F7}" destId="{3C5BA70A-087F-4198-9C31-618676AC61B3}" srcOrd="0" destOrd="0" parTransId="{F098F252-BE72-4A28-9F16-7A2ED64047D9}" sibTransId="{A19AE547-E422-43D0-B651-99DB41381CA7}"/>
    <dgm:cxn modelId="{ADF79079-1F2C-48B6-97A5-B2B42EF620FB}" srcId="{EE1677E2-14DB-485D-834D-704C21E4B4F7}" destId="{B60AB9EC-C0CC-4108-A87B-E59C0992CAAA}" srcOrd="3" destOrd="0" parTransId="{68A20B8F-52E9-4F77-9B6A-C81E93EA84D3}" sibTransId="{7E5CC327-8C78-4DE0-A381-0C2D1B6C8000}"/>
    <dgm:cxn modelId="{63090DD2-0AD1-45A5-91F6-F80BF5546A41}" srcId="{EE1677E2-14DB-485D-834D-704C21E4B4F7}" destId="{77DB69E3-456C-41D4-8976-06AFBD537F66}" srcOrd="2" destOrd="0" parTransId="{C500CBEB-ABA8-496B-B6C5-4D135972CC04}" sibTransId="{85BCC4E2-9E3E-4A31-BF47-DEB4E7B188FE}"/>
    <dgm:cxn modelId="{E7DD15E9-0EBA-4352-ABB5-65961047BEFE}" type="presOf" srcId="{74278DD9-F25D-4409-86DB-0C55DE83A7E4}" destId="{87AF651C-67D8-456A-B16F-1032210D288F}" srcOrd="0" destOrd="0" presId="urn:microsoft.com/office/officeart/2018/2/layout/IconLabelList"/>
    <dgm:cxn modelId="{C7F102F5-72EF-43AB-9BD7-A0C3A8B48F00}" srcId="{EE1677E2-14DB-485D-834D-704C21E4B4F7}" destId="{74278DD9-F25D-4409-86DB-0C55DE83A7E4}" srcOrd="1" destOrd="0" parTransId="{3A701D14-7734-49A9-92F8-1C037088FE66}" sibTransId="{072B555D-D79B-4DB6-A2BC-4FBBC74E2F1B}"/>
    <dgm:cxn modelId="{F20372F7-6271-48B2-BDFE-ABFB44931394}" type="presOf" srcId="{B60AB9EC-C0CC-4108-A87B-E59C0992CAAA}" destId="{FE0C273A-4071-4EFD-BC36-2724D180F090}" srcOrd="0" destOrd="0" presId="urn:microsoft.com/office/officeart/2018/2/layout/IconLabelList"/>
    <dgm:cxn modelId="{A71CE6F8-BF84-4B9C-8E15-CC9F64855469}" type="presOf" srcId="{77DB69E3-456C-41D4-8976-06AFBD537F66}" destId="{FECF4C95-FCD6-47D0-944D-0E40EE4C7AC1}" srcOrd="0" destOrd="0" presId="urn:microsoft.com/office/officeart/2018/2/layout/IconLabelList"/>
    <dgm:cxn modelId="{3B6016EA-8366-4376-8C07-7D0E484DC916}" type="presParOf" srcId="{C79F9319-55CA-458B-8F21-56226E184780}" destId="{D2D0E6DA-C271-4125-A8AA-E48D79D4ADE1}" srcOrd="0" destOrd="0" presId="urn:microsoft.com/office/officeart/2018/2/layout/IconLabelList"/>
    <dgm:cxn modelId="{228D0166-845F-4CAA-8658-FB1C690B7852}" type="presParOf" srcId="{D2D0E6DA-C271-4125-A8AA-E48D79D4ADE1}" destId="{EBDB275C-AFDB-4322-9762-B58B742C7572}" srcOrd="0" destOrd="0" presId="urn:microsoft.com/office/officeart/2018/2/layout/IconLabelList"/>
    <dgm:cxn modelId="{7DD0F44A-14F8-4F3F-AD9A-E9327868BD22}" type="presParOf" srcId="{D2D0E6DA-C271-4125-A8AA-E48D79D4ADE1}" destId="{545D7612-4945-449B-8825-0B872761BD91}" srcOrd="1" destOrd="0" presId="urn:microsoft.com/office/officeart/2018/2/layout/IconLabelList"/>
    <dgm:cxn modelId="{DDEF289E-E280-4E2E-AE0C-0C0A0CA9D671}" type="presParOf" srcId="{D2D0E6DA-C271-4125-A8AA-E48D79D4ADE1}" destId="{4D0A62C6-84CD-4A52-BF20-C8854A38DCE2}" srcOrd="2" destOrd="0" presId="urn:microsoft.com/office/officeart/2018/2/layout/IconLabelList"/>
    <dgm:cxn modelId="{A1AFA091-3E15-469E-9C22-84D4158B0C88}" type="presParOf" srcId="{C79F9319-55CA-458B-8F21-56226E184780}" destId="{32EEF3A9-129D-43D6-B6D7-3E9B37539892}" srcOrd="1" destOrd="0" presId="urn:microsoft.com/office/officeart/2018/2/layout/IconLabelList"/>
    <dgm:cxn modelId="{8B75BA97-F44F-4ECD-AA83-EEC4E6A379EF}" type="presParOf" srcId="{C79F9319-55CA-458B-8F21-56226E184780}" destId="{9BB587C9-A089-42DE-9523-9FF88A9B6B37}" srcOrd="2" destOrd="0" presId="urn:microsoft.com/office/officeart/2018/2/layout/IconLabelList"/>
    <dgm:cxn modelId="{DCF4AA3D-8D12-4F81-975D-D298A30424DD}" type="presParOf" srcId="{9BB587C9-A089-42DE-9523-9FF88A9B6B37}" destId="{CE59BA44-19CC-4054-9F06-11AC2069698C}" srcOrd="0" destOrd="0" presId="urn:microsoft.com/office/officeart/2018/2/layout/IconLabelList"/>
    <dgm:cxn modelId="{B42F66FD-9D7C-4BC8-8974-21FD1EC01EEE}" type="presParOf" srcId="{9BB587C9-A089-42DE-9523-9FF88A9B6B37}" destId="{B1DE61E7-C615-411F-BC59-A051DD42BBCE}" srcOrd="1" destOrd="0" presId="urn:microsoft.com/office/officeart/2018/2/layout/IconLabelList"/>
    <dgm:cxn modelId="{F2BE3BB5-F016-404B-B6BF-C396EE41A5AA}" type="presParOf" srcId="{9BB587C9-A089-42DE-9523-9FF88A9B6B37}" destId="{87AF651C-67D8-456A-B16F-1032210D288F}" srcOrd="2" destOrd="0" presId="urn:microsoft.com/office/officeart/2018/2/layout/IconLabelList"/>
    <dgm:cxn modelId="{C7E6966C-D371-47F1-9C79-87DA9F9FD731}" type="presParOf" srcId="{C79F9319-55CA-458B-8F21-56226E184780}" destId="{6D30E6AD-D632-4C20-BFF9-5ACEF06A727F}" srcOrd="3" destOrd="0" presId="urn:microsoft.com/office/officeart/2018/2/layout/IconLabelList"/>
    <dgm:cxn modelId="{0B1867A2-BC44-4F08-AF0E-E7A15A9B858A}" type="presParOf" srcId="{C79F9319-55CA-458B-8F21-56226E184780}" destId="{04F638A5-ADF5-4AD3-B3FC-5A5BFB80DCB4}" srcOrd="4" destOrd="0" presId="urn:microsoft.com/office/officeart/2018/2/layout/IconLabelList"/>
    <dgm:cxn modelId="{A7E9BE8C-D9A3-4D69-84E0-3F0CC7567CB8}" type="presParOf" srcId="{04F638A5-ADF5-4AD3-B3FC-5A5BFB80DCB4}" destId="{02C616AA-571A-4CF4-ABE7-19CB8F9FFD19}" srcOrd="0" destOrd="0" presId="urn:microsoft.com/office/officeart/2018/2/layout/IconLabelList"/>
    <dgm:cxn modelId="{8D5C0DB2-B149-4E13-A0BB-443B34B1AC25}" type="presParOf" srcId="{04F638A5-ADF5-4AD3-B3FC-5A5BFB80DCB4}" destId="{8B2D479F-2820-439F-A62C-01AE7B7F1090}" srcOrd="1" destOrd="0" presId="urn:microsoft.com/office/officeart/2018/2/layout/IconLabelList"/>
    <dgm:cxn modelId="{8A041F98-D780-4862-AE9D-7DB06FA72F8E}" type="presParOf" srcId="{04F638A5-ADF5-4AD3-B3FC-5A5BFB80DCB4}" destId="{FECF4C95-FCD6-47D0-944D-0E40EE4C7AC1}" srcOrd="2" destOrd="0" presId="urn:microsoft.com/office/officeart/2018/2/layout/IconLabelList"/>
    <dgm:cxn modelId="{65DD709F-F751-4C6E-B7D0-A312E210D3A9}" type="presParOf" srcId="{C79F9319-55CA-458B-8F21-56226E184780}" destId="{B46E3675-99DD-4E9C-9A33-5C206473FE62}" srcOrd="5" destOrd="0" presId="urn:microsoft.com/office/officeart/2018/2/layout/IconLabelList"/>
    <dgm:cxn modelId="{BE73DD7D-8F60-4C80-BFB2-D7D175432883}" type="presParOf" srcId="{C79F9319-55CA-458B-8F21-56226E184780}" destId="{90ED85A0-C56B-4B30-BC85-3DA4A12AF265}" srcOrd="6" destOrd="0" presId="urn:microsoft.com/office/officeart/2018/2/layout/IconLabelList"/>
    <dgm:cxn modelId="{C4ED4FEE-41C4-4B87-BB26-40E0CD8ECDEA}" type="presParOf" srcId="{90ED85A0-C56B-4B30-BC85-3DA4A12AF265}" destId="{E1AF961D-F853-401F-8B22-66C754A09117}" srcOrd="0" destOrd="0" presId="urn:microsoft.com/office/officeart/2018/2/layout/IconLabelList"/>
    <dgm:cxn modelId="{E802EC48-E697-49C7-96F5-AD8195B0A988}" type="presParOf" srcId="{90ED85A0-C56B-4B30-BC85-3DA4A12AF265}" destId="{56EE7577-F14A-4C5D-B985-19422FFA405A}" srcOrd="1" destOrd="0" presId="urn:microsoft.com/office/officeart/2018/2/layout/IconLabelList"/>
    <dgm:cxn modelId="{6F4835FA-9F13-4CCB-A87C-5F3D0565F663}" type="presParOf" srcId="{90ED85A0-C56B-4B30-BC85-3DA4A12AF265}" destId="{FE0C273A-4071-4EFD-BC36-2724D180F09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E1677E2-14DB-485D-834D-704C21E4B4F7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C5BA70A-087F-4198-9C31-618676AC61B3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Modelo de organização econômica coletiva</a:t>
          </a:r>
          <a:endParaRPr lang="en-US" dirty="0"/>
        </a:p>
      </dgm:t>
    </dgm:pt>
    <dgm:pt modelId="{F098F252-BE72-4A28-9F16-7A2ED64047D9}" type="parTrans" cxnId="{63060A57-B7E1-4049-8458-FCD4BF0EED4A}">
      <dgm:prSet/>
      <dgm:spPr/>
      <dgm:t>
        <a:bodyPr/>
        <a:lstStyle/>
        <a:p>
          <a:endParaRPr lang="en-US"/>
        </a:p>
      </dgm:t>
    </dgm:pt>
    <dgm:pt modelId="{A19AE547-E422-43D0-B651-99DB41381CA7}" type="sibTrans" cxnId="{63060A57-B7E1-4049-8458-FCD4BF0EED4A}">
      <dgm:prSet/>
      <dgm:spPr/>
      <dgm:t>
        <a:bodyPr/>
        <a:lstStyle/>
        <a:p>
          <a:endParaRPr lang="en-US"/>
        </a:p>
      </dgm:t>
    </dgm:pt>
    <dgm:pt modelId="{74278DD9-F25D-4409-86DB-0C55DE83A7E4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Cooperativas têm finalidade econômica</a:t>
          </a:r>
          <a:endParaRPr lang="en-US" dirty="0"/>
        </a:p>
      </dgm:t>
    </dgm:pt>
    <dgm:pt modelId="{3A701D14-7734-49A9-92F8-1C037088FE66}" type="parTrans" cxnId="{C7F102F5-72EF-43AB-9BD7-A0C3A8B48F00}">
      <dgm:prSet/>
      <dgm:spPr/>
      <dgm:t>
        <a:bodyPr/>
        <a:lstStyle/>
        <a:p>
          <a:endParaRPr lang="en-US"/>
        </a:p>
      </dgm:t>
    </dgm:pt>
    <dgm:pt modelId="{072B555D-D79B-4DB6-A2BC-4FBBC74E2F1B}" type="sibTrans" cxnId="{C7F102F5-72EF-43AB-9BD7-A0C3A8B48F00}">
      <dgm:prSet/>
      <dgm:spPr/>
      <dgm:t>
        <a:bodyPr/>
        <a:lstStyle/>
        <a:p>
          <a:endParaRPr lang="en-US"/>
        </a:p>
      </dgm:t>
    </dgm:pt>
    <dgm:pt modelId="{77DB69E3-456C-41D4-8976-06AFBD537F66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Os membros são donos e usuários ao mesmo tempo</a:t>
          </a:r>
          <a:endParaRPr lang="en-US" dirty="0"/>
        </a:p>
      </dgm:t>
    </dgm:pt>
    <dgm:pt modelId="{C500CBEB-ABA8-496B-B6C5-4D135972CC04}" type="parTrans" cxnId="{63090DD2-0AD1-45A5-91F6-F80BF5546A41}">
      <dgm:prSet/>
      <dgm:spPr/>
      <dgm:t>
        <a:bodyPr/>
        <a:lstStyle/>
        <a:p>
          <a:endParaRPr lang="en-US"/>
        </a:p>
      </dgm:t>
    </dgm:pt>
    <dgm:pt modelId="{85BCC4E2-9E3E-4A31-BF47-DEB4E7B188FE}" type="sibTrans" cxnId="{63090DD2-0AD1-45A5-91F6-F80BF5546A41}">
      <dgm:prSet/>
      <dgm:spPr/>
      <dgm:t>
        <a:bodyPr/>
        <a:lstStyle/>
        <a:p>
          <a:endParaRPr lang="en-US"/>
        </a:p>
      </dgm:t>
    </dgm:pt>
    <dgm:pt modelId="{B60AB9EC-C0CC-4108-A87B-E59C0992CAAA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Resultados são divididos de forma justa entre cooperados</a:t>
          </a:r>
          <a:endParaRPr lang="en-US" dirty="0"/>
        </a:p>
      </dgm:t>
    </dgm:pt>
    <dgm:pt modelId="{68A20B8F-52E9-4F77-9B6A-C81E93EA84D3}" type="parTrans" cxnId="{ADF79079-1F2C-48B6-97A5-B2B42EF620FB}">
      <dgm:prSet/>
      <dgm:spPr/>
      <dgm:t>
        <a:bodyPr/>
        <a:lstStyle/>
        <a:p>
          <a:endParaRPr lang="en-US"/>
        </a:p>
      </dgm:t>
    </dgm:pt>
    <dgm:pt modelId="{7E5CC327-8C78-4DE0-A381-0C2D1B6C8000}" type="sibTrans" cxnId="{ADF79079-1F2C-48B6-97A5-B2B42EF620FB}">
      <dgm:prSet/>
      <dgm:spPr/>
      <dgm:t>
        <a:bodyPr/>
        <a:lstStyle/>
        <a:p>
          <a:endParaRPr lang="en-US"/>
        </a:p>
      </dgm:t>
    </dgm:pt>
    <dgm:pt modelId="{C79F9319-55CA-458B-8F21-56226E184780}" type="pres">
      <dgm:prSet presAssocID="{EE1677E2-14DB-485D-834D-704C21E4B4F7}" presName="root" presStyleCnt="0">
        <dgm:presLayoutVars>
          <dgm:dir/>
          <dgm:resizeHandles val="exact"/>
        </dgm:presLayoutVars>
      </dgm:prSet>
      <dgm:spPr/>
    </dgm:pt>
    <dgm:pt modelId="{D2D0E6DA-C271-4125-A8AA-E48D79D4ADE1}" type="pres">
      <dgm:prSet presAssocID="{3C5BA70A-087F-4198-9C31-618676AC61B3}" presName="compNode" presStyleCnt="0"/>
      <dgm:spPr/>
    </dgm:pt>
    <dgm:pt modelId="{EBDB275C-AFDB-4322-9762-B58B742C7572}" type="pres">
      <dgm:prSet presAssocID="{3C5BA70A-087F-4198-9C31-618676AC61B3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upo"/>
        </a:ext>
      </dgm:extLst>
    </dgm:pt>
    <dgm:pt modelId="{545D7612-4945-449B-8825-0B872761BD91}" type="pres">
      <dgm:prSet presAssocID="{3C5BA70A-087F-4198-9C31-618676AC61B3}" presName="spaceRect" presStyleCnt="0"/>
      <dgm:spPr/>
    </dgm:pt>
    <dgm:pt modelId="{4D0A62C6-84CD-4A52-BF20-C8854A38DCE2}" type="pres">
      <dgm:prSet presAssocID="{3C5BA70A-087F-4198-9C31-618676AC61B3}" presName="textRect" presStyleLbl="revTx" presStyleIdx="0" presStyleCnt="4">
        <dgm:presLayoutVars>
          <dgm:chMax val="1"/>
          <dgm:chPref val="1"/>
        </dgm:presLayoutVars>
      </dgm:prSet>
      <dgm:spPr/>
    </dgm:pt>
    <dgm:pt modelId="{32EEF3A9-129D-43D6-B6D7-3E9B37539892}" type="pres">
      <dgm:prSet presAssocID="{A19AE547-E422-43D0-B651-99DB41381CA7}" presName="sibTrans" presStyleCnt="0"/>
      <dgm:spPr/>
    </dgm:pt>
    <dgm:pt modelId="{9BB587C9-A089-42DE-9523-9FF88A9B6B37}" type="pres">
      <dgm:prSet presAssocID="{74278DD9-F25D-4409-86DB-0C55DE83A7E4}" presName="compNode" presStyleCnt="0"/>
      <dgm:spPr/>
    </dgm:pt>
    <dgm:pt modelId="{CE59BA44-19CC-4054-9F06-11AC2069698C}" type="pres">
      <dgm:prSet presAssocID="{74278DD9-F25D-4409-86DB-0C55DE83A7E4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nheiro"/>
        </a:ext>
      </dgm:extLst>
    </dgm:pt>
    <dgm:pt modelId="{B1DE61E7-C615-411F-BC59-A051DD42BBCE}" type="pres">
      <dgm:prSet presAssocID="{74278DD9-F25D-4409-86DB-0C55DE83A7E4}" presName="spaceRect" presStyleCnt="0"/>
      <dgm:spPr/>
    </dgm:pt>
    <dgm:pt modelId="{87AF651C-67D8-456A-B16F-1032210D288F}" type="pres">
      <dgm:prSet presAssocID="{74278DD9-F25D-4409-86DB-0C55DE83A7E4}" presName="textRect" presStyleLbl="revTx" presStyleIdx="1" presStyleCnt="4">
        <dgm:presLayoutVars>
          <dgm:chMax val="1"/>
          <dgm:chPref val="1"/>
        </dgm:presLayoutVars>
      </dgm:prSet>
      <dgm:spPr/>
    </dgm:pt>
    <dgm:pt modelId="{6D30E6AD-D632-4C20-BFF9-5ACEF06A727F}" type="pres">
      <dgm:prSet presAssocID="{072B555D-D79B-4DB6-A2BC-4FBBC74E2F1B}" presName="sibTrans" presStyleCnt="0"/>
      <dgm:spPr/>
    </dgm:pt>
    <dgm:pt modelId="{04F638A5-ADF5-4AD3-B3FC-5A5BFB80DCB4}" type="pres">
      <dgm:prSet presAssocID="{77DB69E3-456C-41D4-8976-06AFBD537F66}" presName="compNode" presStyleCnt="0"/>
      <dgm:spPr/>
    </dgm:pt>
    <dgm:pt modelId="{02C616AA-571A-4CF4-ABE7-19CB8F9FFD19}" type="pres">
      <dgm:prSet presAssocID="{77DB69E3-456C-41D4-8976-06AFBD537F66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uários"/>
        </a:ext>
      </dgm:extLst>
    </dgm:pt>
    <dgm:pt modelId="{8B2D479F-2820-439F-A62C-01AE7B7F1090}" type="pres">
      <dgm:prSet presAssocID="{77DB69E3-456C-41D4-8976-06AFBD537F66}" presName="spaceRect" presStyleCnt="0"/>
      <dgm:spPr/>
    </dgm:pt>
    <dgm:pt modelId="{FECF4C95-FCD6-47D0-944D-0E40EE4C7AC1}" type="pres">
      <dgm:prSet presAssocID="{77DB69E3-456C-41D4-8976-06AFBD537F66}" presName="textRect" presStyleLbl="revTx" presStyleIdx="2" presStyleCnt="4">
        <dgm:presLayoutVars>
          <dgm:chMax val="1"/>
          <dgm:chPref val="1"/>
        </dgm:presLayoutVars>
      </dgm:prSet>
      <dgm:spPr/>
    </dgm:pt>
    <dgm:pt modelId="{B46E3675-99DD-4E9C-9A33-5C206473FE62}" type="pres">
      <dgm:prSet presAssocID="{85BCC4E2-9E3E-4A31-BF47-DEB4E7B188FE}" presName="sibTrans" presStyleCnt="0"/>
      <dgm:spPr/>
    </dgm:pt>
    <dgm:pt modelId="{90ED85A0-C56B-4B30-BC85-3DA4A12AF265}" type="pres">
      <dgm:prSet presAssocID="{B60AB9EC-C0CC-4108-A87B-E59C0992CAAA}" presName="compNode" presStyleCnt="0"/>
      <dgm:spPr/>
    </dgm:pt>
    <dgm:pt modelId="{E1AF961D-F853-401F-8B22-66C754A09117}" type="pres">
      <dgm:prSet presAssocID="{B60AB9EC-C0CC-4108-A87B-E59C0992CAAA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perto de mão"/>
        </a:ext>
      </dgm:extLst>
    </dgm:pt>
    <dgm:pt modelId="{56EE7577-F14A-4C5D-B985-19422FFA405A}" type="pres">
      <dgm:prSet presAssocID="{B60AB9EC-C0CC-4108-A87B-E59C0992CAAA}" presName="spaceRect" presStyleCnt="0"/>
      <dgm:spPr/>
    </dgm:pt>
    <dgm:pt modelId="{FE0C273A-4071-4EFD-BC36-2724D180F090}" type="pres">
      <dgm:prSet presAssocID="{B60AB9EC-C0CC-4108-A87B-E59C0992CAA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65A2712-4910-4A92-BF09-9B12EEAF923C}" type="presOf" srcId="{EE1677E2-14DB-485D-834D-704C21E4B4F7}" destId="{C79F9319-55CA-458B-8F21-56226E184780}" srcOrd="0" destOrd="0" presId="urn:microsoft.com/office/officeart/2018/2/layout/IconLabelList"/>
    <dgm:cxn modelId="{060BD525-6679-4443-82AE-07CD1B871857}" type="presOf" srcId="{3C5BA70A-087F-4198-9C31-618676AC61B3}" destId="{4D0A62C6-84CD-4A52-BF20-C8854A38DCE2}" srcOrd="0" destOrd="0" presId="urn:microsoft.com/office/officeart/2018/2/layout/IconLabelList"/>
    <dgm:cxn modelId="{63060A57-B7E1-4049-8458-FCD4BF0EED4A}" srcId="{EE1677E2-14DB-485D-834D-704C21E4B4F7}" destId="{3C5BA70A-087F-4198-9C31-618676AC61B3}" srcOrd="0" destOrd="0" parTransId="{F098F252-BE72-4A28-9F16-7A2ED64047D9}" sibTransId="{A19AE547-E422-43D0-B651-99DB41381CA7}"/>
    <dgm:cxn modelId="{ADF79079-1F2C-48B6-97A5-B2B42EF620FB}" srcId="{EE1677E2-14DB-485D-834D-704C21E4B4F7}" destId="{B60AB9EC-C0CC-4108-A87B-E59C0992CAAA}" srcOrd="3" destOrd="0" parTransId="{68A20B8F-52E9-4F77-9B6A-C81E93EA84D3}" sibTransId="{7E5CC327-8C78-4DE0-A381-0C2D1B6C8000}"/>
    <dgm:cxn modelId="{63090DD2-0AD1-45A5-91F6-F80BF5546A41}" srcId="{EE1677E2-14DB-485D-834D-704C21E4B4F7}" destId="{77DB69E3-456C-41D4-8976-06AFBD537F66}" srcOrd="2" destOrd="0" parTransId="{C500CBEB-ABA8-496B-B6C5-4D135972CC04}" sibTransId="{85BCC4E2-9E3E-4A31-BF47-DEB4E7B188FE}"/>
    <dgm:cxn modelId="{E7DD15E9-0EBA-4352-ABB5-65961047BEFE}" type="presOf" srcId="{74278DD9-F25D-4409-86DB-0C55DE83A7E4}" destId="{87AF651C-67D8-456A-B16F-1032210D288F}" srcOrd="0" destOrd="0" presId="urn:microsoft.com/office/officeart/2018/2/layout/IconLabelList"/>
    <dgm:cxn modelId="{C7F102F5-72EF-43AB-9BD7-A0C3A8B48F00}" srcId="{EE1677E2-14DB-485D-834D-704C21E4B4F7}" destId="{74278DD9-F25D-4409-86DB-0C55DE83A7E4}" srcOrd="1" destOrd="0" parTransId="{3A701D14-7734-49A9-92F8-1C037088FE66}" sibTransId="{072B555D-D79B-4DB6-A2BC-4FBBC74E2F1B}"/>
    <dgm:cxn modelId="{F20372F7-6271-48B2-BDFE-ABFB44931394}" type="presOf" srcId="{B60AB9EC-C0CC-4108-A87B-E59C0992CAAA}" destId="{FE0C273A-4071-4EFD-BC36-2724D180F090}" srcOrd="0" destOrd="0" presId="urn:microsoft.com/office/officeart/2018/2/layout/IconLabelList"/>
    <dgm:cxn modelId="{A71CE6F8-BF84-4B9C-8E15-CC9F64855469}" type="presOf" srcId="{77DB69E3-456C-41D4-8976-06AFBD537F66}" destId="{FECF4C95-FCD6-47D0-944D-0E40EE4C7AC1}" srcOrd="0" destOrd="0" presId="urn:microsoft.com/office/officeart/2018/2/layout/IconLabelList"/>
    <dgm:cxn modelId="{3B6016EA-8366-4376-8C07-7D0E484DC916}" type="presParOf" srcId="{C79F9319-55CA-458B-8F21-56226E184780}" destId="{D2D0E6DA-C271-4125-A8AA-E48D79D4ADE1}" srcOrd="0" destOrd="0" presId="urn:microsoft.com/office/officeart/2018/2/layout/IconLabelList"/>
    <dgm:cxn modelId="{228D0166-845F-4CAA-8658-FB1C690B7852}" type="presParOf" srcId="{D2D0E6DA-C271-4125-A8AA-E48D79D4ADE1}" destId="{EBDB275C-AFDB-4322-9762-B58B742C7572}" srcOrd="0" destOrd="0" presId="urn:microsoft.com/office/officeart/2018/2/layout/IconLabelList"/>
    <dgm:cxn modelId="{7DD0F44A-14F8-4F3F-AD9A-E9327868BD22}" type="presParOf" srcId="{D2D0E6DA-C271-4125-A8AA-E48D79D4ADE1}" destId="{545D7612-4945-449B-8825-0B872761BD91}" srcOrd="1" destOrd="0" presId="urn:microsoft.com/office/officeart/2018/2/layout/IconLabelList"/>
    <dgm:cxn modelId="{DDEF289E-E280-4E2E-AE0C-0C0A0CA9D671}" type="presParOf" srcId="{D2D0E6DA-C271-4125-A8AA-E48D79D4ADE1}" destId="{4D0A62C6-84CD-4A52-BF20-C8854A38DCE2}" srcOrd="2" destOrd="0" presId="urn:microsoft.com/office/officeart/2018/2/layout/IconLabelList"/>
    <dgm:cxn modelId="{A1AFA091-3E15-469E-9C22-84D4158B0C88}" type="presParOf" srcId="{C79F9319-55CA-458B-8F21-56226E184780}" destId="{32EEF3A9-129D-43D6-B6D7-3E9B37539892}" srcOrd="1" destOrd="0" presId="urn:microsoft.com/office/officeart/2018/2/layout/IconLabelList"/>
    <dgm:cxn modelId="{8B75BA97-F44F-4ECD-AA83-EEC4E6A379EF}" type="presParOf" srcId="{C79F9319-55CA-458B-8F21-56226E184780}" destId="{9BB587C9-A089-42DE-9523-9FF88A9B6B37}" srcOrd="2" destOrd="0" presId="urn:microsoft.com/office/officeart/2018/2/layout/IconLabelList"/>
    <dgm:cxn modelId="{DCF4AA3D-8D12-4F81-975D-D298A30424DD}" type="presParOf" srcId="{9BB587C9-A089-42DE-9523-9FF88A9B6B37}" destId="{CE59BA44-19CC-4054-9F06-11AC2069698C}" srcOrd="0" destOrd="0" presId="urn:microsoft.com/office/officeart/2018/2/layout/IconLabelList"/>
    <dgm:cxn modelId="{B42F66FD-9D7C-4BC8-8974-21FD1EC01EEE}" type="presParOf" srcId="{9BB587C9-A089-42DE-9523-9FF88A9B6B37}" destId="{B1DE61E7-C615-411F-BC59-A051DD42BBCE}" srcOrd="1" destOrd="0" presId="urn:microsoft.com/office/officeart/2018/2/layout/IconLabelList"/>
    <dgm:cxn modelId="{F2BE3BB5-F016-404B-B6BF-C396EE41A5AA}" type="presParOf" srcId="{9BB587C9-A089-42DE-9523-9FF88A9B6B37}" destId="{87AF651C-67D8-456A-B16F-1032210D288F}" srcOrd="2" destOrd="0" presId="urn:microsoft.com/office/officeart/2018/2/layout/IconLabelList"/>
    <dgm:cxn modelId="{C7E6966C-D371-47F1-9C79-87DA9F9FD731}" type="presParOf" srcId="{C79F9319-55CA-458B-8F21-56226E184780}" destId="{6D30E6AD-D632-4C20-BFF9-5ACEF06A727F}" srcOrd="3" destOrd="0" presId="urn:microsoft.com/office/officeart/2018/2/layout/IconLabelList"/>
    <dgm:cxn modelId="{0B1867A2-BC44-4F08-AF0E-E7A15A9B858A}" type="presParOf" srcId="{C79F9319-55CA-458B-8F21-56226E184780}" destId="{04F638A5-ADF5-4AD3-B3FC-5A5BFB80DCB4}" srcOrd="4" destOrd="0" presId="urn:microsoft.com/office/officeart/2018/2/layout/IconLabelList"/>
    <dgm:cxn modelId="{A7E9BE8C-D9A3-4D69-84E0-3F0CC7567CB8}" type="presParOf" srcId="{04F638A5-ADF5-4AD3-B3FC-5A5BFB80DCB4}" destId="{02C616AA-571A-4CF4-ABE7-19CB8F9FFD19}" srcOrd="0" destOrd="0" presId="urn:microsoft.com/office/officeart/2018/2/layout/IconLabelList"/>
    <dgm:cxn modelId="{8D5C0DB2-B149-4E13-A0BB-443B34B1AC25}" type="presParOf" srcId="{04F638A5-ADF5-4AD3-B3FC-5A5BFB80DCB4}" destId="{8B2D479F-2820-439F-A62C-01AE7B7F1090}" srcOrd="1" destOrd="0" presId="urn:microsoft.com/office/officeart/2018/2/layout/IconLabelList"/>
    <dgm:cxn modelId="{8A041F98-D780-4862-AE9D-7DB06FA72F8E}" type="presParOf" srcId="{04F638A5-ADF5-4AD3-B3FC-5A5BFB80DCB4}" destId="{FECF4C95-FCD6-47D0-944D-0E40EE4C7AC1}" srcOrd="2" destOrd="0" presId="urn:microsoft.com/office/officeart/2018/2/layout/IconLabelList"/>
    <dgm:cxn modelId="{65DD709F-F751-4C6E-B7D0-A312E210D3A9}" type="presParOf" srcId="{C79F9319-55CA-458B-8F21-56226E184780}" destId="{B46E3675-99DD-4E9C-9A33-5C206473FE62}" srcOrd="5" destOrd="0" presId="urn:microsoft.com/office/officeart/2018/2/layout/IconLabelList"/>
    <dgm:cxn modelId="{BE73DD7D-8F60-4C80-BFB2-D7D175432883}" type="presParOf" srcId="{C79F9319-55CA-458B-8F21-56226E184780}" destId="{90ED85A0-C56B-4B30-BC85-3DA4A12AF265}" srcOrd="6" destOrd="0" presId="urn:microsoft.com/office/officeart/2018/2/layout/IconLabelList"/>
    <dgm:cxn modelId="{C4ED4FEE-41C4-4B87-BB26-40E0CD8ECDEA}" type="presParOf" srcId="{90ED85A0-C56B-4B30-BC85-3DA4A12AF265}" destId="{E1AF961D-F853-401F-8B22-66C754A09117}" srcOrd="0" destOrd="0" presId="urn:microsoft.com/office/officeart/2018/2/layout/IconLabelList"/>
    <dgm:cxn modelId="{E802EC48-E697-49C7-96F5-AD8195B0A988}" type="presParOf" srcId="{90ED85A0-C56B-4B30-BC85-3DA4A12AF265}" destId="{56EE7577-F14A-4C5D-B985-19422FFA405A}" srcOrd="1" destOrd="0" presId="urn:microsoft.com/office/officeart/2018/2/layout/IconLabelList"/>
    <dgm:cxn modelId="{6F4835FA-9F13-4CCB-A87C-5F3D0565F663}" type="presParOf" srcId="{90ED85A0-C56B-4B30-BC85-3DA4A12AF265}" destId="{FE0C273A-4071-4EFD-BC36-2724D180F09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3C2E262-97EA-412F-AE70-A3D11529683E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5D4F2B6A-DF25-4433-8805-AD117200E3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 err="1"/>
            <a:t>Associação</a:t>
          </a:r>
          <a:r>
            <a:rPr lang="en-US" b="1" dirty="0"/>
            <a:t>: </a:t>
          </a:r>
          <a:r>
            <a:rPr lang="en-US" dirty="0" err="1"/>
            <a:t>foco</a:t>
          </a:r>
          <a:r>
            <a:rPr lang="en-US" dirty="0"/>
            <a:t> social e </a:t>
          </a:r>
          <a:r>
            <a:rPr lang="en-US" dirty="0" err="1"/>
            <a:t>representativo</a:t>
          </a:r>
          <a:endParaRPr lang="en-US" dirty="0"/>
        </a:p>
      </dgm:t>
    </dgm:pt>
    <dgm:pt modelId="{9E9E5724-2733-48B2-B3A6-C853151DE7C7}" type="parTrans" cxnId="{59BC15AD-3B82-4B1F-8B56-5E7FD361971C}">
      <dgm:prSet/>
      <dgm:spPr/>
      <dgm:t>
        <a:bodyPr/>
        <a:lstStyle/>
        <a:p>
          <a:endParaRPr lang="en-US"/>
        </a:p>
      </dgm:t>
    </dgm:pt>
    <dgm:pt modelId="{D6AE8215-3ED1-4398-898F-967B444A9483}" type="sibTrans" cxnId="{59BC15AD-3B82-4B1F-8B56-5E7FD361971C}">
      <dgm:prSet/>
      <dgm:spPr/>
      <dgm:t>
        <a:bodyPr/>
        <a:lstStyle/>
        <a:p>
          <a:endParaRPr lang="en-US"/>
        </a:p>
      </dgm:t>
    </dgm:pt>
    <dgm:pt modelId="{8C89DF09-3CC4-4B54-B1F5-1EC8A914CE5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Cooperativa: </a:t>
          </a:r>
          <a:r>
            <a:rPr lang="en-US" dirty="0" err="1"/>
            <a:t>foco</a:t>
          </a:r>
          <a:r>
            <a:rPr lang="en-US" dirty="0"/>
            <a:t> </a:t>
          </a:r>
          <a:r>
            <a:rPr lang="en-US" dirty="0" err="1"/>
            <a:t>econômico</a:t>
          </a:r>
          <a:r>
            <a:rPr lang="en-US" dirty="0"/>
            <a:t> e </a:t>
          </a:r>
          <a:r>
            <a:rPr lang="en-US" dirty="0" err="1"/>
            <a:t>geração</a:t>
          </a:r>
          <a:r>
            <a:rPr lang="en-US" dirty="0"/>
            <a:t> de </a:t>
          </a:r>
          <a:r>
            <a:rPr lang="en-US" dirty="0" err="1"/>
            <a:t>renda</a:t>
          </a:r>
          <a:endParaRPr lang="en-US" dirty="0"/>
        </a:p>
      </dgm:t>
    </dgm:pt>
    <dgm:pt modelId="{F27134C3-B6A0-4A7C-9601-B20D06CBF9DC}" type="parTrans" cxnId="{30E180BB-9E7B-485F-8E19-FF646239DFC4}">
      <dgm:prSet/>
      <dgm:spPr/>
      <dgm:t>
        <a:bodyPr/>
        <a:lstStyle/>
        <a:p>
          <a:endParaRPr lang="en-US"/>
        </a:p>
      </dgm:t>
    </dgm:pt>
    <dgm:pt modelId="{0AD04038-B1D4-49EF-AA13-7AD4948842A3}" type="sibTrans" cxnId="{30E180BB-9E7B-485F-8E19-FF646239DFC4}">
      <dgm:prSet/>
      <dgm:spPr/>
      <dgm:t>
        <a:bodyPr/>
        <a:lstStyle/>
        <a:p>
          <a:endParaRPr lang="en-US"/>
        </a:p>
      </dgm:t>
    </dgm:pt>
    <dgm:pt modelId="{9E7FD823-419D-4628-9EFE-9DE8E03C33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 err="1"/>
            <a:t>Associações</a:t>
          </a:r>
          <a:r>
            <a:rPr lang="en-US" b="1" dirty="0"/>
            <a:t>:</a:t>
          </a:r>
          <a:r>
            <a:rPr lang="en-US" dirty="0"/>
            <a:t> </a:t>
          </a:r>
          <a:r>
            <a:rPr lang="en-US" dirty="0" err="1"/>
            <a:t>não</a:t>
          </a:r>
          <a:r>
            <a:rPr lang="en-US" dirty="0"/>
            <a:t> </a:t>
          </a:r>
          <a:r>
            <a:rPr lang="en-US" dirty="0" err="1"/>
            <a:t>distribuem</a:t>
          </a:r>
          <a:r>
            <a:rPr lang="en-US" dirty="0"/>
            <a:t> </a:t>
          </a:r>
          <a:r>
            <a:rPr lang="en-US" dirty="0" err="1"/>
            <a:t>lucro</a:t>
          </a:r>
          <a:endParaRPr lang="en-US" dirty="0"/>
        </a:p>
      </dgm:t>
    </dgm:pt>
    <dgm:pt modelId="{546853DD-2F3B-46E5-A761-C96886BF2D60}" type="parTrans" cxnId="{2AFE4976-160A-4353-8127-D432CEA90883}">
      <dgm:prSet/>
      <dgm:spPr/>
      <dgm:t>
        <a:bodyPr/>
        <a:lstStyle/>
        <a:p>
          <a:endParaRPr lang="en-US"/>
        </a:p>
      </dgm:t>
    </dgm:pt>
    <dgm:pt modelId="{8D04D139-DAC8-472C-B053-BC3E9634E1EB}" type="sibTrans" cxnId="{2AFE4976-160A-4353-8127-D432CEA90883}">
      <dgm:prSet/>
      <dgm:spPr/>
      <dgm:t>
        <a:bodyPr/>
        <a:lstStyle/>
        <a:p>
          <a:endParaRPr lang="en-US"/>
        </a:p>
      </dgm:t>
    </dgm:pt>
    <dgm:pt modelId="{144895E3-018D-4C28-9086-D8B19280D6F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 err="1"/>
            <a:t>Cooperativas</a:t>
          </a:r>
          <a:r>
            <a:rPr lang="en-US" b="1" dirty="0"/>
            <a:t>: </a:t>
          </a:r>
          <a:r>
            <a:rPr lang="en-US" dirty="0" err="1"/>
            <a:t>distribuem</a:t>
          </a:r>
          <a:r>
            <a:rPr lang="en-US" dirty="0"/>
            <a:t> </a:t>
          </a:r>
          <a:r>
            <a:rPr lang="en-US" dirty="0" err="1"/>
            <a:t>resultados</a:t>
          </a:r>
          <a:r>
            <a:rPr lang="en-US" dirty="0"/>
            <a:t> entre </a:t>
          </a:r>
          <a:r>
            <a:rPr lang="en-US" dirty="0" err="1"/>
            <a:t>cooperados</a:t>
          </a:r>
          <a:endParaRPr lang="en-US" dirty="0"/>
        </a:p>
      </dgm:t>
    </dgm:pt>
    <dgm:pt modelId="{BB7AC0D2-AC0B-47AB-B1F2-4A0C04190244}" type="parTrans" cxnId="{BA349966-9D74-43D3-B055-3AC5C565C7B0}">
      <dgm:prSet/>
      <dgm:spPr/>
      <dgm:t>
        <a:bodyPr/>
        <a:lstStyle/>
        <a:p>
          <a:endParaRPr lang="en-US"/>
        </a:p>
      </dgm:t>
    </dgm:pt>
    <dgm:pt modelId="{6449CC8B-1D91-4746-8369-6B89ABAC3247}" type="sibTrans" cxnId="{BA349966-9D74-43D3-B055-3AC5C565C7B0}">
      <dgm:prSet/>
      <dgm:spPr/>
      <dgm:t>
        <a:bodyPr/>
        <a:lstStyle/>
        <a:p>
          <a:endParaRPr lang="en-US"/>
        </a:p>
      </dgm:t>
    </dgm:pt>
    <dgm:pt modelId="{B05185BB-C6C7-4C72-BA67-64E2BEB72518}" type="pres">
      <dgm:prSet presAssocID="{E3C2E262-97EA-412F-AE70-A3D11529683E}" presName="vert0" presStyleCnt="0">
        <dgm:presLayoutVars>
          <dgm:dir/>
          <dgm:animOne val="branch"/>
          <dgm:animLvl val="lvl"/>
        </dgm:presLayoutVars>
      </dgm:prSet>
      <dgm:spPr/>
    </dgm:pt>
    <dgm:pt modelId="{C8575C5D-8405-4B9A-B75C-6946AFE9B5FF}" type="pres">
      <dgm:prSet presAssocID="{5D4F2B6A-DF25-4433-8805-AD117200E3C4}" presName="thickLine" presStyleLbl="alignNode1" presStyleIdx="0" presStyleCnt="4"/>
      <dgm:spPr/>
    </dgm:pt>
    <dgm:pt modelId="{60289819-8306-499F-8645-F1B50D857602}" type="pres">
      <dgm:prSet presAssocID="{5D4F2B6A-DF25-4433-8805-AD117200E3C4}" presName="horz1" presStyleCnt="0"/>
      <dgm:spPr/>
    </dgm:pt>
    <dgm:pt modelId="{CDB7F23B-1098-4C7B-A99D-A2E05ED2C823}" type="pres">
      <dgm:prSet presAssocID="{5D4F2B6A-DF25-4433-8805-AD117200E3C4}" presName="tx1" presStyleLbl="revTx" presStyleIdx="0" presStyleCnt="4"/>
      <dgm:spPr/>
    </dgm:pt>
    <dgm:pt modelId="{51D44C30-6540-4311-8B95-5496AF2FFF84}" type="pres">
      <dgm:prSet presAssocID="{5D4F2B6A-DF25-4433-8805-AD117200E3C4}" presName="vert1" presStyleCnt="0"/>
      <dgm:spPr/>
    </dgm:pt>
    <dgm:pt modelId="{C2AC9D5B-610E-47D7-BD97-3F0B9BD4188C}" type="pres">
      <dgm:prSet presAssocID="{8C89DF09-3CC4-4B54-B1F5-1EC8A914CE58}" presName="thickLine" presStyleLbl="alignNode1" presStyleIdx="1" presStyleCnt="4"/>
      <dgm:spPr/>
    </dgm:pt>
    <dgm:pt modelId="{66D06E17-6192-432E-B5F1-4375FB8F9CFD}" type="pres">
      <dgm:prSet presAssocID="{8C89DF09-3CC4-4B54-B1F5-1EC8A914CE58}" presName="horz1" presStyleCnt="0"/>
      <dgm:spPr/>
    </dgm:pt>
    <dgm:pt modelId="{EC892E9A-C951-4B5B-8B99-C469166D2126}" type="pres">
      <dgm:prSet presAssocID="{8C89DF09-3CC4-4B54-B1F5-1EC8A914CE58}" presName="tx1" presStyleLbl="revTx" presStyleIdx="1" presStyleCnt="4"/>
      <dgm:spPr/>
    </dgm:pt>
    <dgm:pt modelId="{3AD5872A-F3AC-46DA-834A-26113E0EAA1B}" type="pres">
      <dgm:prSet presAssocID="{8C89DF09-3CC4-4B54-B1F5-1EC8A914CE58}" presName="vert1" presStyleCnt="0"/>
      <dgm:spPr/>
    </dgm:pt>
    <dgm:pt modelId="{65EF1D9E-2838-4FA7-9136-1934D08D5C43}" type="pres">
      <dgm:prSet presAssocID="{9E7FD823-419D-4628-9EFE-9DE8E03C33F3}" presName="thickLine" presStyleLbl="alignNode1" presStyleIdx="2" presStyleCnt="4"/>
      <dgm:spPr/>
    </dgm:pt>
    <dgm:pt modelId="{25DC1083-418E-42D2-9916-89EDFD00BAFC}" type="pres">
      <dgm:prSet presAssocID="{9E7FD823-419D-4628-9EFE-9DE8E03C33F3}" presName="horz1" presStyleCnt="0"/>
      <dgm:spPr/>
    </dgm:pt>
    <dgm:pt modelId="{57034507-21B9-4B9B-B7EA-488BFEAF017D}" type="pres">
      <dgm:prSet presAssocID="{9E7FD823-419D-4628-9EFE-9DE8E03C33F3}" presName="tx1" presStyleLbl="revTx" presStyleIdx="2" presStyleCnt="4"/>
      <dgm:spPr/>
    </dgm:pt>
    <dgm:pt modelId="{E27A2A9E-495B-4497-8F1F-98D2898AEF75}" type="pres">
      <dgm:prSet presAssocID="{9E7FD823-419D-4628-9EFE-9DE8E03C33F3}" presName="vert1" presStyleCnt="0"/>
      <dgm:spPr/>
    </dgm:pt>
    <dgm:pt modelId="{1CB3E43C-83D3-47D8-80FD-0E4A7BC1885F}" type="pres">
      <dgm:prSet presAssocID="{144895E3-018D-4C28-9086-D8B19280D6FD}" presName="thickLine" presStyleLbl="alignNode1" presStyleIdx="3" presStyleCnt="4"/>
      <dgm:spPr/>
    </dgm:pt>
    <dgm:pt modelId="{B46703FE-F2CB-49D2-8DE3-BFF8598D9172}" type="pres">
      <dgm:prSet presAssocID="{144895E3-018D-4C28-9086-D8B19280D6FD}" presName="horz1" presStyleCnt="0"/>
      <dgm:spPr/>
    </dgm:pt>
    <dgm:pt modelId="{5FABA3B6-D2FC-4E60-B2BC-B3D44E3C39BB}" type="pres">
      <dgm:prSet presAssocID="{144895E3-018D-4C28-9086-D8B19280D6FD}" presName="tx1" presStyleLbl="revTx" presStyleIdx="3" presStyleCnt="4"/>
      <dgm:spPr/>
    </dgm:pt>
    <dgm:pt modelId="{3DFCA901-A16A-41C5-A5C5-AFAAD7E4C697}" type="pres">
      <dgm:prSet presAssocID="{144895E3-018D-4C28-9086-D8B19280D6FD}" presName="vert1" presStyleCnt="0"/>
      <dgm:spPr/>
    </dgm:pt>
  </dgm:ptLst>
  <dgm:cxnLst>
    <dgm:cxn modelId="{59921E0E-8807-4396-A50B-EA2C4141F6C6}" type="presOf" srcId="{9E7FD823-419D-4628-9EFE-9DE8E03C33F3}" destId="{57034507-21B9-4B9B-B7EA-488BFEAF017D}" srcOrd="0" destOrd="0" presId="urn:microsoft.com/office/officeart/2008/layout/LinedList"/>
    <dgm:cxn modelId="{F895BF45-4724-4970-AEFC-4263D3BDD7D8}" type="presOf" srcId="{8C89DF09-3CC4-4B54-B1F5-1EC8A914CE58}" destId="{EC892E9A-C951-4B5B-8B99-C469166D2126}" srcOrd="0" destOrd="0" presId="urn:microsoft.com/office/officeart/2008/layout/LinedList"/>
    <dgm:cxn modelId="{BA349966-9D74-43D3-B055-3AC5C565C7B0}" srcId="{E3C2E262-97EA-412F-AE70-A3D11529683E}" destId="{144895E3-018D-4C28-9086-D8B19280D6FD}" srcOrd="3" destOrd="0" parTransId="{BB7AC0D2-AC0B-47AB-B1F2-4A0C04190244}" sibTransId="{6449CC8B-1D91-4746-8369-6B89ABAC3247}"/>
    <dgm:cxn modelId="{BC3B484B-27DA-43A4-A7F3-A3E16EEEE014}" type="presOf" srcId="{5D4F2B6A-DF25-4433-8805-AD117200E3C4}" destId="{CDB7F23B-1098-4C7B-A99D-A2E05ED2C823}" srcOrd="0" destOrd="0" presId="urn:microsoft.com/office/officeart/2008/layout/LinedList"/>
    <dgm:cxn modelId="{07FEB150-E475-408D-88BB-138D278DC3D9}" type="presOf" srcId="{144895E3-018D-4C28-9086-D8B19280D6FD}" destId="{5FABA3B6-D2FC-4E60-B2BC-B3D44E3C39BB}" srcOrd="0" destOrd="0" presId="urn:microsoft.com/office/officeart/2008/layout/LinedList"/>
    <dgm:cxn modelId="{2AFE4976-160A-4353-8127-D432CEA90883}" srcId="{E3C2E262-97EA-412F-AE70-A3D11529683E}" destId="{9E7FD823-419D-4628-9EFE-9DE8E03C33F3}" srcOrd="2" destOrd="0" parTransId="{546853DD-2F3B-46E5-A761-C96886BF2D60}" sibTransId="{8D04D139-DAC8-472C-B053-BC3E9634E1EB}"/>
    <dgm:cxn modelId="{BD462799-4C50-458C-BFAF-C40CDE9B5519}" type="presOf" srcId="{E3C2E262-97EA-412F-AE70-A3D11529683E}" destId="{B05185BB-C6C7-4C72-BA67-64E2BEB72518}" srcOrd="0" destOrd="0" presId="urn:microsoft.com/office/officeart/2008/layout/LinedList"/>
    <dgm:cxn modelId="{59BC15AD-3B82-4B1F-8B56-5E7FD361971C}" srcId="{E3C2E262-97EA-412F-AE70-A3D11529683E}" destId="{5D4F2B6A-DF25-4433-8805-AD117200E3C4}" srcOrd="0" destOrd="0" parTransId="{9E9E5724-2733-48B2-B3A6-C853151DE7C7}" sibTransId="{D6AE8215-3ED1-4398-898F-967B444A9483}"/>
    <dgm:cxn modelId="{30E180BB-9E7B-485F-8E19-FF646239DFC4}" srcId="{E3C2E262-97EA-412F-AE70-A3D11529683E}" destId="{8C89DF09-3CC4-4B54-B1F5-1EC8A914CE58}" srcOrd="1" destOrd="0" parTransId="{F27134C3-B6A0-4A7C-9601-B20D06CBF9DC}" sibTransId="{0AD04038-B1D4-49EF-AA13-7AD4948842A3}"/>
    <dgm:cxn modelId="{36A4E1B9-2E5A-4FBB-AC62-152A258F4BBC}" type="presParOf" srcId="{B05185BB-C6C7-4C72-BA67-64E2BEB72518}" destId="{C8575C5D-8405-4B9A-B75C-6946AFE9B5FF}" srcOrd="0" destOrd="0" presId="urn:microsoft.com/office/officeart/2008/layout/LinedList"/>
    <dgm:cxn modelId="{D3301FF5-C684-4F01-963F-55A54695A1DB}" type="presParOf" srcId="{B05185BB-C6C7-4C72-BA67-64E2BEB72518}" destId="{60289819-8306-499F-8645-F1B50D857602}" srcOrd="1" destOrd="0" presId="urn:microsoft.com/office/officeart/2008/layout/LinedList"/>
    <dgm:cxn modelId="{57270B42-D49F-4211-BAF2-A7FF0671695F}" type="presParOf" srcId="{60289819-8306-499F-8645-F1B50D857602}" destId="{CDB7F23B-1098-4C7B-A99D-A2E05ED2C823}" srcOrd="0" destOrd="0" presId="urn:microsoft.com/office/officeart/2008/layout/LinedList"/>
    <dgm:cxn modelId="{6570F5A9-96FA-42F6-A4AD-F2029A40B17C}" type="presParOf" srcId="{60289819-8306-499F-8645-F1B50D857602}" destId="{51D44C30-6540-4311-8B95-5496AF2FFF84}" srcOrd="1" destOrd="0" presId="urn:microsoft.com/office/officeart/2008/layout/LinedList"/>
    <dgm:cxn modelId="{DF11A0CA-05B1-448B-BFF2-C3722D68C6E8}" type="presParOf" srcId="{B05185BB-C6C7-4C72-BA67-64E2BEB72518}" destId="{C2AC9D5B-610E-47D7-BD97-3F0B9BD4188C}" srcOrd="2" destOrd="0" presId="urn:microsoft.com/office/officeart/2008/layout/LinedList"/>
    <dgm:cxn modelId="{1A71DC98-A318-4185-B99D-AB9215984302}" type="presParOf" srcId="{B05185BB-C6C7-4C72-BA67-64E2BEB72518}" destId="{66D06E17-6192-432E-B5F1-4375FB8F9CFD}" srcOrd="3" destOrd="0" presId="urn:microsoft.com/office/officeart/2008/layout/LinedList"/>
    <dgm:cxn modelId="{FFA2DD47-3768-45E1-ABC3-2E890A10E9A6}" type="presParOf" srcId="{66D06E17-6192-432E-B5F1-4375FB8F9CFD}" destId="{EC892E9A-C951-4B5B-8B99-C469166D2126}" srcOrd="0" destOrd="0" presId="urn:microsoft.com/office/officeart/2008/layout/LinedList"/>
    <dgm:cxn modelId="{705A66F8-BFB1-4A50-B518-F135E336D805}" type="presParOf" srcId="{66D06E17-6192-432E-B5F1-4375FB8F9CFD}" destId="{3AD5872A-F3AC-46DA-834A-26113E0EAA1B}" srcOrd="1" destOrd="0" presId="urn:microsoft.com/office/officeart/2008/layout/LinedList"/>
    <dgm:cxn modelId="{10F48BB6-EE7A-45AB-8B27-11CAA55A1251}" type="presParOf" srcId="{B05185BB-C6C7-4C72-BA67-64E2BEB72518}" destId="{65EF1D9E-2838-4FA7-9136-1934D08D5C43}" srcOrd="4" destOrd="0" presId="urn:microsoft.com/office/officeart/2008/layout/LinedList"/>
    <dgm:cxn modelId="{3A8DA34B-102D-4048-83DA-C92467D4E9A3}" type="presParOf" srcId="{B05185BB-C6C7-4C72-BA67-64E2BEB72518}" destId="{25DC1083-418E-42D2-9916-89EDFD00BAFC}" srcOrd="5" destOrd="0" presId="urn:microsoft.com/office/officeart/2008/layout/LinedList"/>
    <dgm:cxn modelId="{667A1904-A5B2-493C-A04A-489BBCC4FB53}" type="presParOf" srcId="{25DC1083-418E-42D2-9916-89EDFD00BAFC}" destId="{57034507-21B9-4B9B-B7EA-488BFEAF017D}" srcOrd="0" destOrd="0" presId="urn:microsoft.com/office/officeart/2008/layout/LinedList"/>
    <dgm:cxn modelId="{78C565AD-AA5D-42AB-B4BC-7573E2F8BA47}" type="presParOf" srcId="{25DC1083-418E-42D2-9916-89EDFD00BAFC}" destId="{E27A2A9E-495B-4497-8F1F-98D2898AEF75}" srcOrd="1" destOrd="0" presId="urn:microsoft.com/office/officeart/2008/layout/LinedList"/>
    <dgm:cxn modelId="{54005B58-7EE9-4BC9-8B37-EA1E854AD5DF}" type="presParOf" srcId="{B05185BB-C6C7-4C72-BA67-64E2BEB72518}" destId="{1CB3E43C-83D3-47D8-80FD-0E4A7BC1885F}" srcOrd="6" destOrd="0" presId="urn:microsoft.com/office/officeart/2008/layout/LinedList"/>
    <dgm:cxn modelId="{E7CEE4FB-6231-4C50-B56C-06609EE1F0A3}" type="presParOf" srcId="{B05185BB-C6C7-4C72-BA67-64E2BEB72518}" destId="{B46703FE-F2CB-49D2-8DE3-BFF8598D9172}" srcOrd="7" destOrd="0" presId="urn:microsoft.com/office/officeart/2008/layout/LinedList"/>
    <dgm:cxn modelId="{8F8E9759-F8A1-47E2-B3EF-45A4BC223014}" type="presParOf" srcId="{B46703FE-F2CB-49D2-8DE3-BFF8598D9172}" destId="{5FABA3B6-D2FC-4E60-B2BC-B3D44E3C39BB}" srcOrd="0" destOrd="0" presId="urn:microsoft.com/office/officeart/2008/layout/LinedList"/>
    <dgm:cxn modelId="{445E7897-41D5-447C-AFBE-0177683CDFED}" type="presParOf" srcId="{B46703FE-F2CB-49D2-8DE3-BFF8598D9172}" destId="{3DFCA901-A16A-41C5-A5C5-AFAAD7E4C69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6E3966B-EF45-4D6C-A370-6B14AAD1E517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E819935-5042-43FE-AA1D-6FDCE1BA722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Organização coletiva de profissionais</a:t>
          </a:r>
        </a:p>
      </dgm:t>
    </dgm:pt>
    <dgm:pt modelId="{E03124DF-D72E-4AB5-9346-B40193B66404}" type="parTrans" cxnId="{96CBCDED-D53E-4D6E-920E-97EC552CFB20}">
      <dgm:prSet/>
      <dgm:spPr/>
      <dgm:t>
        <a:bodyPr/>
        <a:lstStyle/>
        <a:p>
          <a:endParaRPr lang="en-US"/>
        </a:p>
      </dgm:t>
    </dgm:pt>
    <dgm:pt modelId="{8FC54F76-39C0-4983-B744-F7E227AC333A}" type="sibTrans" cxnId="{96CBCDED-D53E-4D6E-920E-97EC552CFB2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1C3B0FA-5447-4E42-87E2-48354A7692A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Divisão de custos administrativos</a:t>
          </a:r>
        </a:p>
      </dgm:t>
    </dgm:pt>
    <dgm:pt modelId="{3B9CBC67-A44D-4948-AD44-88678F6B0E8E}" type="parTrans" cxnId="{908F48DC-AD37-4871-9953-4C9FBA042040}">
      <dgm:prSet/>
      <dgm:spPr/>
      <dgm:t>
        <a:bodyPr/>
        <a:lstStyle/>
        <a:p>
          <a:endParaRPr lang="en-US"/>
        </a:p>
      </dgm:t>
    </dgm:pt>
    <dgm:pt modelId="{C3357971-9252-40CC-9C6C-D0535032AEA4}" type="sibTrans" cxnId="{908F48DC-AD37-4871-9953-4C9FBA04204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E55FDF3-304E-4BFB-A041-5D8CE3FBBEF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Maior capacidade de atender clientes</a:t>
          </a:r>
        </a:p>
      </dgm:t>
    </dgm:pt>
    <dgm:pt modelId="{E00ED3C0-F8BA-41C4-8FCF-C51B4A83A0B3}" type="parTrans" cxnId="{C37BC2D9-740F-4B30-92E2-A5140AA41668}">
      <dgm:prSet/>
      <dgm:spPr/>
      <dgm:t>
        <a:bodyPr/>
        <a:lstStyle/>
        <a:p>
          <a:endParaRPr lang="en-US"/>
        </a:p>
      </dgm:t>
    </dgm:pt>
    <dgm:pt modelId="{2FEEAB34-8AFC-4479-A677-597762519BE7}" type="sibTrans" cxnId="{C37BC2D9-740F-4B30-92E2-A5140AA4166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B3BB4E1-4FD7-4851-918A-97E8A5718D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Possibilidade de contratos maiores</a:t>
          </a:r>
        </a:p>
      </dgm:t>
    </dgm:pt>
    <dgm:pt modelId="{7FCCAE47-2E0F-4E07-A215-7385055C9965}" type="parTrans" cxnId="{A20196FD-2CBD-461F-8991-53E47B9279A4}">
      <dgm:prSet/>
      <dgm:spPr/>
      <dgm:t>
        <a:bodyPr/>
        <a:lstStyle/>
        <a:p>
          <a:endParaRPr lang="en-US"/>
        </a:p>
      </dgm:t>
    </dgm:pt>
    <dgm:pt modelId="{19B13088-1EAB-4FCD-AE37-3885D5155555}" type="sibTrans" cxnId="{A20196FD-2CBD-461F-8991-53E47B9279A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465D6BE-A696-4775-8C50-0941FB207F1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Fortalecimento da credibilidade profissional</a:t>
          </a:r>
        </a:p>
      </dgm:t>
    </dgm:pt>
    <dgm:pt modelId="{E7881B9C-7777-4462-822D-03302FC27D60}" type="parTrans" cxnId="{141F8C90-65A2-4963-B8BE-FD8F41896C12}">
      <dgm:prSet/>
      <dgm:spPr/>
      <dgm:t>
        <a:bodyPr/>
        <a:lstStyle/>
        <a:p>
          <a:endParaRPr lang="en-US"/>
        </a:p>
      </dgm:t>
    </dgm:pt>
    <dgm:pt modelId="{0F354D97-C78E-46C2-BBD1-F12F3DAF9C5E}" type="sibTrans" cxnId="{141F8C90-65A2-4963-B8BE-FD8F41896C12}">
      <dgm:prSet/>
      <dgm:spPr/>
      <dgm:t>
        <a:bodyPr/>
        <a:lstStyle/>
        <a:p>
          <a:endParaRPr lang="en-US"/>
        </a:p>
      </dgm:t>
    </dgm:pt>
    <dgm:pt modelId="{60313287-91E1-484B-BBE7-9243705DAA3A}" type="pres">
      <dgm:prSet presAssocID="{E6E3966B-EF45-4D6C-A370-6B14AAD1E517}" presName="root" presStyleCnt="0">
        <dgm:presLayoutVars>
          <dgm:dir/>
          <dgm:resizeHandles val="exact"/>
        </dgm:presLayoutVars>
      </dgm:prSet>
      <dgm:spPr/>
    </dgm:pt>
    <dgm:pt modelId="{7AC97349-8F5E-40DB-B8EF-CEF8B80ECEEF}" type="pres">
      <dgm:prSet presAssocID="{E6E3966B-EF45-4D6C-A370-6B14AAD1E517}" presName="container" presStyleCnt="0">
        <dgm:presLayoutVars>
          <dgm:dir/>
          <dgm:resizeHandles val="exact"/>
        </dgm:presLayoutVars>
      </dgm:prSet>
      <dgm:spPr/>
    </dgm:pt>
    <dgm:pt modelId="{8BCEEFD9-5BDE-47EE-A9D1-C28AEADF6E14}" type="pres">
      <dgm:prSet presAssocID="{7E819935-5042-43FE-AA1D-6FDCE1BA7225}" presName="compNode" presStyleCnt="0"/>
      <dgm:spPr/>
    </dgm:pt>
    <dgm:pt modelId="{DF6EBF66-E2E8-4013-8B0E-BE679A91F496}" type="pres">
      <dgm:prSet presAssocID="{7E819935-5042-43FE-AA1D-6FDCE1BA7225}" presName="iconBgRect" presStyleLbl="bgShp" presStyleIdx="0" presStyleCnt="5"/>
      <dgm:spPr/>
    </dgm:pt>
    <dgm:pt modelId="{56BC877F-3AD1-4C04-AC28-F3D91872DD7F}" type="pres">
      <dgm:prSet presAssocID="{7E819935-5042-43FE-AA1D-6FDCE1BA7225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ários"/>
        </a:ext>
      </dgm:extLst>
    </dgm:pt>
    <dgm:pt modelId="{79C2243A-54D0-4539-8B2B-8DC3CA1CE546}" type="pres">
      <dgm:prSet presAssocID="{7E819935-5042-43FE-AA1D-6FDCE1BA7225}" presName="spaceRect" presStyleCnt="0"/>
      <dgm:spPr/>
    </dgm:pt>
    <dgm:pt modelId="{056EB31D-4053-451E-B800-8EAE535966FE}" type="pres">
      <dgm:prSet presAssocID="{7E819935-5042-43FE-AA1D-6FDCE1BA7225}" presName="textRect" presStyleLbl="revTx" presStyleIdx="0" presStyleCnt="5">
        <dgm:presLayoutVars>
          <dgm:chMax val="1"/>
          <dgm:chPref val="1"/>
        </dgm:presLayoutVars>
      </dgm:prSet>
      <dgm:spPr/>
    </dgm:pt>
    <dgm:pt modelId="{6457D990-0014-4FAE-A8FC-D3E6D835DAF0}" type="pres">
      <dgm:prSet presAssocID="{8FC54F76-39C0-4983-B744-F7E227AC333A}" presName="sibTrans" presStyleLbl="sibTrans2D1" presStyleIdx="0" presStyleCnt="0"/>
      <dgm:spPr/>
    </dgm:pt>
    <dgm:pt modelId="{5D75A33F-C227-415A-B636-26B26ECCF195}" type="pres">
      <dgm:prSet presAssocID="{21C3B0FA-5447-4E42-87E2-48354A7692A7}" presName="compNode" presStyleCnt="0"/>
      <dgm:spPr/>
    </dgm:pt>
    <dgm:pt modelId="{5AE13173-22F4-4ED4-9E5E-FBEAF219D6F1}" type="pres">
      <dgm:prSet presAssocID="{21C3B0FA-5447-4E42-87E2-48354A7692A7}" presName="iconBgRect" presStyleLbl="bgShp" presStyleIdx="1" presStyleCnt="5"/>
      <dgm:spPr/>
    </dgm:pt>
    <dgm:pt modelId="{6478D626-CE60-457E-AB45-3CFA1D71D35C}" type="pres">
      <dgm:prSet presAssocID="{21C3B0FA-5447-4E42-87E2-48354A7692A7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nheiro"/>
        </a:ext>
      </dgm:extLst>
    </dgm:pt>
    <dgm:pt modelId="{2EB29898-6725-4169-B0BB-25B16E5AE908}" type="pres">
      <dgm:prSet presAssocID="{21C3B0FA-5447-4E42-87E2-48354A7692A7}" presName="spaceRect" presStyleCnt="0"/>
      <dgm:spPr/>
    </dgm:pt>
    <dgm:pt modelId="{B341142E-1B7E-49E6-8375-D197BB7991DF}" type="pres">
      <dgm:prSet presAssocID="{21C3B0FA-5447-4E42-87E2-48354A7692A7}" presName="textRect" presStyleLbl="revTx" presStyleIdx="1" presStyleCnt="5">
        <dgm:presLayoutVars>
          <dgm:chMax val="1"/>
          <dgm:chPref val="1"/>
        </dgm:presLayoutVars>
      </dgm:prSet>
      <dgm:spPr/>
    </dgm:pt>
    <dgm:pt modelId="{6E9BBB2B-CB79-4B82-83AE-F8AA9D5E31D2}" type="pres">
      <dgm:prSet presAssocID="{C3357971-9252-40CC-9C6C-D0535032AEA4}" presName="sibTrans" presStyleLbl="sibTrans2D1" presStyleIdx="0" presStyleCnt="0"/>
      <dgm:spPr/>
    </dgm:pt>
    <dgm:pt modelId="{E095BD08-F924-4EF7-9496-3E9E8C3326EA}" type="pres">
      <dgm:prSet presAssocID="{1E55FDF3-304E-4BFB-A041-5D8CE3FBBEF2}" presName="compNode" presStyleCnt="0"/>
      <dgm:spPr/>
    </dgm:pt>
    <dgm:pt modelId="{6B992DA8-EB9E-4983-A6F8-26119C5537D5}" type="pres">
      <dgm:prSet presAssocID="{1E55FDF3-304E-4BFB-A041-5D8CE3FBBEF2}" presName="iconBgRect" presStyleLbl="bgShp" presStyleIdx="2" presStyleCnt="5"/>
      <dgm:spPr/>
    </dgm:pt>
    <dgm:pt modelId="{482A56FC-B862-46A7-96D4-27D811137EE4}" type="pres">
      <dgm:prSet presAssocID="{1E55FDF3-304E-4BFB-A041-5D8CE3FBBEF2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upo"/>
        </a:ext>
      </dgm:extLst>
    </dgm:pt>
    <dgm:pt modelId="{195E6822-6B88-4CBF-B040-3300252F6F16}" type="pres">
      <dgm:prSet presAssocID="{1E55FDF3-304E-4BFB-A041-5D8CE3FBBEF2}" presName="spaceRect" presStyleCnt="0"/>
      <dgm:spPr/>
    </dgm:pt>
    <dgm:pt modelId="{A3ADA9B2-83FF-4940-99E7-D5C9E31EC37A}" type="pres">
      <dgm:prSet presAssocID="{1E55FDF3-304E-4BFB-A041-5D8CE3FBBEF2}" presName="textRect" presStyleLbl="revTx" presStyleIdx="2" presStyleCnt="5">
        <dgm:presLayoutVars>
          <dgm:chMax val="1"/>
          <dgm:chPref val="1"/>
        </dgm:presLayoutVars>
      </dgm:prSet>
      <dgm:spPr/>
    </dgm:pt>
    <dgm:pt modelId="{6089DB99-9DA4-4556-8F3C-60147DAEB215}" type="pres">
      <dgm:prSet presAssocID="{2FEEAB34-8AFC-4479-A677-597762519BE7}" presName="sibTrans" presStyleLbl="sibTrans2D1" presStyleIdx="0" presStyleCnt="0"/>
      <dgm:spPr/>
    </dgm:pt>
    <dgm:pt modelId="{3FFA503D-FD84-4179-8450-8A0D909B9CF0}" type="pres">
      <dgm:prSet presAssocID="{CB3BB4E1-4FD7-4851-918A-97E8A5718D70}" presName="compNode" presStyleCnt="0"/>
      <dgm:spPr/>
    </dgm:pt>
    <dgm:pt modelId="{42560740-A0A8-48C7-BE01-D49ABEDA821E}" type="pres">
      <dgm:prSet presAssocID="{CB3BB4E1-4FD7-4851-918A-97E8A5718D70}" presName="iconBgRect" presStyleLbl="bgShp" presStyleIdx="3" presStyleCnt="5"/>
      <dgm:spPr/>
    </dgm:pt>
    <dgm:pt modelId="{B0722BDB-720C-437D-8B84-0A42B491F30E}" type="pres">
      <dgm:prSet presAssocID="{CB3BB4E1-4FD7-4851-918A-97E8A5718D70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perto de mão"/>
        </a:ext>
      </dgm:extLst>
    </dgm:pt>
    <dgm:pt modelId="{AEFBC934-8F70-4798-9065-4F7D3DD12572}" type="pres">
      <dgm:prSet presAssocID="{CB3BB4E1-4FD7-4851-918A-97E8A5718D70}" presName="spaceRect" presStyleCnt="0"/>
      <dgm:spPr/>
    </dgm:pt>
    <dgm:pt modelId="{B72A416D-1E88-44A1-8134-271370CD365C}" type="pres">
      <dgm:prSet presAssocID="{CB3BB4E1-4FD7-4851-918A-97E8A5718D70}" presName="textRect" presStyleLbl="revTx" presStyleIdx="3" presStyleCnt="5">
        <dgm:presLayoutVars>
          <dgm:chMax val="1"/>
          <dgm:chPref val="1"/>
        </dgm:presLayoutVars>
      </dgm:prSet>
      <dgm:spPr/>
    </dgm:pt>
    <dgm:pt modelId="{DA3BC59D-BF59-4573-8452-4838C43889A1}" type="pres">
      <dgm:prSet presAssocID="{19B13088-1EAB-4FCD-AE37-3885D5155555}" presName="sibTrans" presStyleLbl="sibTrans2D1" presStyleIdx="0" presStyleCnt="0"/>
      <dgm:spPr/>
    </dgm:pt>
    <dgm:pt modelId="{CD97FD1A-D820-47AE-A178-F4D355963538}" type="pres">
      <dgm:prSet presAssocID="{4465D6BE-A696-4775-8C50-0941FB207F15}" presName="compNode" presStyleCnt="0"/>
      <dgm:spPr/>
    </dgm:pt>
    <dgm:pt modelId="{3EB127C2-FD66-4FAA-B629-33C3E3296B21}" type="pres">
      <dgm:prSet presAssocID="{4465D6BE-A696-4775-8C50-0941FB207F15}" presName="iconBgRect" presStyleLbl="bgShp" presStyleIdx="4" presStyleCnt="5"/>
      <dgm:spPr/>
    </dgm:pt>
    <dgm:pt modelId="{1896CDB5-F848-4DD7-AF8E-B10CE4917B0A}" type="pres">
      <dgm:prSet presAssocID="{4465D6BE-A696-4775-8C50-0941FB207F15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DB68E650-FCED-4863-AE1D-6EE54C92790C}" type="pres">
      <dgm:prSet presAssocID="{4465D6BE-A696-4775-8C50-0941FB207F15}" presName="spaceRect" presStyleCnt="0"/>
      <dgm:spPr/>
    </dgm:pt>
    <dgm:pt modelId="{DF88319B-E402-4053-896E-1ABCBF1787A0}" type="pres">
      <dgm:prSet presAssocID="{4465D6BE-A696-4775-8C50-0941FB207F15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D5629444-B36D-4DF6-A9EA-73FC77FB465C}" type="presOf" srcId="{19B13088-1EAB-4FCD-AE37-3885D5155555}" destId="{DA3BC59D-BF59-4573-8452-4838C43889A1}" srcOrd="0" destOrd="0" presId="urn:microsoft.com/office/officeart/2018/2/layout/IconCircleList"/>
    <dgm:cxn modelId="{B799C151-6355-45CF-8CEA-CA3CB204EA83}" type="presOf" srcId="{2FEEAB34-8AFC-4479-A677-597762519BE7}" destId="{6089DB99-9DA4-4556-8F3C-60147DAEB215}" srcOrd="0" destOrd="0" presId="urn:microsoft.com/office/officeart/2018/2/layout/IconCircleList"/>
    <dgm:cxn modelId="{36326F5A-48A0-4C68-8B98-33241F4BC7D6}" type="presOf" srcId="{7E819935-5042-43FE-AA1D-6FDCE1BA7225}" destId="{056EB31D-4053-451E-B800-8EAE535966FE}" srcOrd="0" destOrd="0" presId="urn:microsoft.com/office/officeart/2018/2/layout/IconCircleList"/>
    <dgm:cxn modelId="{31AEB089-564D-4ABD-B490-A472525BDDC7}" type="presOf" srcId="{21C3B0FA-5447-4E42-87E2-48354A7692A7}" destId="{B341142E-1B7E-49E6-8375-D197BB7991DF}" srcOrd="0" destOrd="0" presId="urn:microsoft.com/office/officeart/2018/2/layout/IconCircleList"/>
    <dgm:cxn modelId="{141F8C90-65A2-4963-B8BE-FD8F41896C12}" srcId="{E6E3966B-EF45-4D6C-A370-6B14AAD1E517}" destId="{4465D6BE-A696-4775-8C50-0941FB207F15}" srcOrd="4" destOrd="0" parTransId="{E7881B9C-7777-4462-822D-03302FC27D60}" sibTransId="{0F354D97-C78E-46C2-BBD1-F12F3DAF9C5E}"/>
    <dgm:cxn modelId="{AC55299D-C230-4864-B192-2CD5D2125FA0}" type="presOf" srcId="{CB3BB4E1-4FD7-4851-918A-97E8A5718D70}" destId="{B72A416D-1E88-44A1-8134-271370CD365C}" srcOrd="0" destOrd="0" presId="urn:microsoft.com/office/officeart/2018/2/layout/IconCircleList"/>
    <dgm:cxn modelId="{5FFA8C9E-86E7-4AE1-A6BA-0C869D2B1F69}" type="presOf" srcId="{E6E3966B-EF45-4D6C-A370-6B14AAD1E517}" destId="{60313287-91E1-484B-BBE7-9243705DAA3A}" srcOrd="0" destOrd="0" presId="urn:microsoft.com/office/officeart/2018/2/layout/IconCircleList"/>
    <dgm:cxn modelId="{6015B9B9-7061-4DAE-A2BE-D8586603B9A2}" type="presOf" srcId="{C3357971-9252-40CC-9C6C-D0535032AEA4}" destId="{6E9BBB2B-CB79-4B82-83AE-F8AA9D5E31D2}" srcOrd="0" destOrd="0" presId="urn:microsoft.com/office/officeart/2018/2/layout/IconCircleList"/>
    <dgm:cxn modelId="{7A37D8D5-8824-4C4B-B2A4-BA70770EB276}" type="presOf" srcId="{8FC54F76-39C0-4983-B744-F7E227AC333A}" destId="{6457D990-0014-4FAE-A8FC-D3E6D835DAF0}" srcOrd="0" destOrd="0" presId="urn:microsoft.com/office/officeart/2018/2/layout/IconCircleList"/>
    <dgm:cxn modelId="{C37BC2D9-740F-4B30-92E2-A5140AA41668}" srcId="{E6E3966B-EF45-4D6C-A370-6B14AAD1E517}" destId="{1E55FDF3-304E-4BFB-A041-5D8CE3FBBEF2}" srcOrd="2" destOrd="0" parTransId="{E00ED3C0-F8BA-41C4-8FCF-C51B4A83A0B3}" sibTransId="{2FEEAB34-8AFC-4479-A677-597762519BE7}"/>
    <dgm:cxn modelId="{908F48DC-AD37-4871-9953-4C9FBA042040}" srcId="{E6E3966B-EF45-4D6C-A370-6B14AAD1E517}" destId="{21C3B0FA-5447-4E42-87E2-48354A7692A7}" srcOrd="1" destOrd="0" parTransId="{3B9CBC67-A44D-4948-AD44-88678F6B0E8E}" sibTransId="{C3357971-9252-40CC-9C6C-D0535032AEA4}"/>
    <dgm:cxn modelId="{77D318EA-F147-406A-A6C1-3A1F876D95FA}" type="presOf" srcId="{1E55FDF3-304E-4BFB-A041-5D8CE3FBBEF2}" destId="{A3ADA9B2-83FF-4940-99E7-D5C9E31EC37A}" srcOrd="0" destOrd="0" presId="urn:microsoft.com/office/officeart/2018/2/layout/IconCircleList"/>
    <dgm:cxn modelId="{96CBCDED-D53E-4D6E-920E-97EC552CFB20}" srcId="{E6E3966B-EF45-4D6C-A370-6B14AAD1E517}" destId="{7E819935-5042-43FE-AA1D-6FDCE1BA7225}" srcOrd="0" destOrd="0" parTransId="{E03124DF-D72E-4AB5-9346-B40193B66404}" sibTransId="{8FC54F76-39C0-4983-B744-F7E227AC333A}"/>
    <dgm:cxn modelId="{C6A134FD-9C8A-4EE2-8073-B87251B999D6}" type="presOf" srcId="{4465D6BE-A696-4775-8C50-0941FB207F15}" destId="{DF88319B-E402-4053-896E-1ABCBF1787A0}" srcOrd="0" destOrd="0" presId="urn:microsoft.com/office/officeart/2018/2/layout/IconCircleList"/>
    <dgm:cxn modelId="{A20196FD-2CBD-461F-8991-53E47B9279A4}" srcId="{E6E3966B-EF45-4D6C-A370-6B14AAD1E517}" destId="{CB3BB4E1-4FD7-4851-918A-97E8A5718D70}" srcOrd="3" destOrd="0" parTransId="{7FCCAE47-2E0F-4E07-A215-7385055C9965}" sibTransId="{19B13088-1EAB-4FCD-AE37-3885D5155555}"/>
    <dgm:cxn modelId="{80F5AB06-B200-4409-A1E3-6FD59B4E4832}" type="presParOf" srcId="{60313287-91E1-484B-BBE7-9243705DAA3A}" destId="{7AC97349-8F5E-40DB-B8EF-CEF8B80ECEEF}" srcOrd="0" destOrd="0" presId="urn:microsoft.com/office/officeart/2018/2/layout/IconCircleList"/>
    <dgm:cxn modelId="{AF99C24B-C53F-44C4-81E7-279486E76A60}" type="presParOf" srcId="{7AC97349-8F5E-40DB-B8EF-CEF8B80ECEEF}" destId="{8BCEEFD9-5BDE-47EE-A9D1-C28AEADF6E14}" srcOrd="0" destOrd="0" presId="urn:microsoft.com/office/officeart/2018/2/layout/IconCircleList"/>
    <dgm:cxn modelId="{499ED0D6-5282-4D18-9949-2B17A61193C5}" type="presParOf" srcId="{8BCEEFD9-5BDE-47EE-A9D1-C28AEADF6E14}" destId="{DF6EBF66-E2E8-4013-8B0E-BE679A91F496}" srcOrd="0" destOrd="0" presId="urn:microsoft.com/office/officeart/2018/2/layout/IconCircleList"/>
    <dgm:cxn modelId="{55D728E1-B223-4350-A7BA-68FCA285AB11}" type="presParOf" srcId="{8BCEEFD9-5BDE-47EE-A9D1-C28AEADF6E14}" destId="{56BC877F-3AD1-4C04-AC28-F3D91872DD7F}" srcOrd="1" destOrd="0" presId="urn:microsoft.com/office/officeart/2018/2/layout/IconCircleList"/>
    <dgm:cxn modelId="{8A04EAAC-5611-4655-9F13-DC4C1413CB87}" type="presParOf" srcId="{8BCEEFD9-5BDE-47EE-A9D1-C28AEADF6E14}" destId="{79C2243A-54D0-4539-8B2B-8DC3CA1CE546}" srcOrd="2" destOrd="0" presId="urn:microsoft.com/office/officeart/2018/2/layout/IconCircleList"/>
    <dgm:cxn modelId="{EF9C857F-C65C-4035-BD79-6D6EB68AF5DD}" type="presParOf" srcId="{8BCEEFD9-5BDE-47EE-A9D1-C28AEADF6E14}" destId="{056EB31D-4053-451E-B800-8EAE535966FE}" srcOrd="3" destOrd="0" presId="urn:microsoft.com/office/officeart/2018/2/layout/IconCircleList"/>
    <dgm:cxn modelId="{43639AEF-0DB8-4EB7-8063-F2713CA9B760}" type="presParOf" srcId="{7AC97349-8F5E-40DB-B8EF-CEF8B80ECEEF}" destId="{6457D990-0014-4FAE-A8FC-D3E6D835DAF0}" srcOrd="1" destOrd="0" presId="urn:microsoft.com/office/officeart/2018/2/layout/IconCircleList"/>
    <dgm:cxn modelId="{739B37A7-035D-423E-9226-B6AF318DC74D}" type="presParOf" srcId="{7AC97349-8F5E-40DB-B8EF-CEF8B80ECEEF}" destId="{5D75A33F-C227-415A-B636-26B26ECCF195}" srcOrd="2" destOrd="0" presId="urn:microsoft.com/office/officeart/2018/2/layout/IconCircleList"/>
    <dgm:cxn modelId="{DBFBA6E0-E926-468A-9746-520997608183}" type="presParOf" srcId="{5D75A33F-C227-415A-B636-26B26ECCF195}" destId="{5AE13173-22F4-4ED4-9E5E-FBEAF219D6F1}" srcOrd="0" destOrd="0" presId="urn:microsoft.com/office/officeart/2018/2/layout/IconCircleList"/>
    <dgm:cxn modelId="{474BE4E7-A38C-4FA0-9C69-68B1160D11D7}" type="presParOf" srcId="{5D75A33F-C227-415A-B636-26B26ECCF195}" destId="{6478D626-CE60-457E-AB45-3CFA1D71D35C}" srcOrd="1" destOrd="0" presId="urn:microsoft.com/office/officeart/2018/2/layout/IconCircleList"/>
    <dgm:cxn modelId="{5D99D74B-CD9D-468C-B97F-C94E54987B3F}" type="presParOf" srcId="{5D75A33F-C227-415A-B636-26B26ECCF195}" destId="{2EB29898-6725-4169-B0BB-25B16E5AE908}" srcOrd="2" destOrd="0" presId="urn:microsoft.com/office/officeart/2018/2/layout/IconCircleList"/>
    <dgm:cxn modelId="{717A9142-FD91-4219-88DF-0A8755798420}" type="presParOf" srcId="{5D75A33F-C227-415A-B636-26B26ECCF195}" destId="{B341142E-1B7E-49E6-8375-D197BB7991DF}" srcOrd="3" destOrd="0" presId="urn:microsoft.com/office/officeart/2018/2/layout/IconCircleList"/>
    <dgm:cxn modelId="{02D720FA-753A-4836-A2A4-98F60050FD8A}" type="presParOf" srcId="{7AC97349-8F5E-40DB-B8EF-CEF8B80ECEEF}" destId="{6E9BBB2B-CB79-4B82-83AE-F8AA9D5E31D2}" srcOrd="3" destOrd="0" presId="urn:microsoft.com/office/officeart/2018/2/layout/IconCircleList"/>
    <dgm:cxn modelId="{7892C02C-FEEE-4839-B46D-C6915BC61564}" type="presParOf" srcId="{7AC97349-8F5E-40DB-B8EF-CEF8B80ECEEF}" destId="{E095BD08-F924-4EF7-9496-3E9E8C3326EA}" srcOrd="4" destOrd="0" presId="urn:microsoft.com/office/officeart/2018/2/layout/IconCircleList"/>
    <dgm:cxn modelId="{55E7DB00-3E29-41A0-85F0-09357269CFA5}" type="presParOf" srcId="{E095BD08-F924-4EF7-9496-3E9E8C3326EA}" destId="{6B992DA8-EB9E-4983-A6F8-26119C5537D5}" srcOrd="0" destOrd="0" presId="urn:microsoft.com/office/officeart/2018/2/layout/IconCircleList"/>
    <dgm:cxn modelId="{2EC3D94F-3D10-440D-BD69-1E4E5D0B4654}" type="presParOf" srcId="{E095BD08-F924-4EF7-9496-3E9E8C3326EA}" destId="{482A56FC-B862-46A7-96D4-27D811137EE4}" srcOrd="1" destOrd="0" presId="urn:microsoft.com/office/officeart/2018/2/layout/IconCircleList"/>
    <dgm:cxn modelId="{40AF3B49-77E3-4C11-99FB-475F35981B63}" type="presParOf" srcId="{E095BD08-F924-4EF7-9496-3E9E8C3326EA}" destId="{195E6822-6B88-4CBF-B040-3300252F6F16}" srcOrd="2" destOrd="0" presId="urn:microsoft.com/office/officeart/2018/2/layout/IconCircleList"/>
    <dgm:cxn modelId="{662726A1-65C4-43C2-9EF4-26B99D6581DD}" type="presParOf" srcId="{E095BD08-F924-4EF7-9496-3E9E8C3326EA}" destId="{A3ADA9B2-83FF-4940-99E7-D5C9E31EC37A}" srcOrd="3" destOrd="0" presId="urn:microsoft.com/office/officeart/2018/2/layout/IconCircleList"/>
    <dgm:cxn modelId="{9844854F-61E2-4FAA-A749-1C77D8746D77}" type="presParOf" srcId="{7AC97349-8F5E-40DB-B8EF-CEF8B80ECEEF}" destId="{6089DB99-9DA4-4556-8F3C-60147DAEB215}" srcOrd="5" destOrd="0" presId="urn:microsoft.com/office/officeart/2018/2/layout/IconCircleList"/>
    <dgm:cxn modelId="{7E0D0B7B-D236-4EB9-B6AF-E7B7D1DC2F66}" type="presParOf" srcId="{7AC97349-8F5E-40DB-B8EF-CEF8B80ECEEF}" destId="{3FFA503D-FD84-4179-8450-8A0D909B9CF0}" srcOrd="6" destOrd="0" presId="urn:microsoft.com/office/officeart/2018/2/layout/IconCircleList"/>
    <dgm:cxn modelId="{8839C31B-AEC3-437D-BF5E-EDBDCB6F23C0}" type="presParOf" srcId="{3FFA503D-FD84-4179-8450-8A0D909B9CF0}" destId="{42560740-A0A8-48C7-BE01-D49ABEDA821E}" srcOrd="0" destOrd="0" presId="urn:microsoft.com/office/officeart/2018/2/layout/IconCircleList"/>
    <dgm:cxn modelId="{225BE37F-7375-4A8A-B12E-F38BA7939713}" type="presParOf" srcId="{3FFA503D-FD84-4179-8450-8A0D909B9CF0}" destId="{B0722BDB-720C-437D-8B84-0A42B491F30E}" srcOrd="1" destOrd="0" presId="urn:microsoft.com/office/officeart/2018/2/layout/IconCircleList"/>
    <dgm:cxn modelId="{3965550E-2214-42AA-9C17-9D2B125F7B32}" type="presParOf" srcId="{3FFA503D-FD84-4179-8450-8A0D909B9CF0}" destId="{AEFBC934-8F70-4798-9065-4F7D3DD12572}" srcOrd="2" destOrd="0" presId="urn:microsoft.com/office/officeart/2018/2/layout/IconCircleList"/>
    <dgm:cxn modelId="{DDDB0D1B-242E-49EC-BB2F-1C4B7368352F}" type="presParOf" srcId="{3FFA503D-FD84-4179-8450-8A0D909B9CF0}" destId="{B72A416D-1E88-44A1-8134-271370CD365C}" srcOrd="3" destOrd="0" presId="urn:microsoft.com/office/officeart/2018/2/layout/IconCircleList"/>
    <dgm:cxn modelId="{43AFB171-048D-44DF-B11D-34B961FB9C92}" type="presParOf" srcId="{7AC97349-8F5E-40DB-B8EF-CEF8B80ECEEF}" destId="{DA3BC59D-BF59-4573-8452-4838C43889A1}" srcOrd="7" destOrd="0" presId="urn:microsoft.com/office/officeart/2018/2/layout/IconCircleList"/>
    <dgm:cxn modelId="{624CEB7B-CF00-4ECE-8F25-2ABD92FEEDEF}" type="presParOf" srcId="{7AC97349-8F5E-40DB-B8EF-CEF8B80ECEEF}" destId="{CD97FD1A-D820-47AE-A178-F4D355963538}" srcOrd="8" destOrd="0" presId="urn:microsoft.com/office/officeart/2018/2/layout/IconCircleList"/>
    <dgm:cxn modelId="{3586ED3F-F9A6-4EE9-B3F4-A0B75957B9B6}" type="presParOf" srcId="{CD97FD1A-D820-47AE-A178-F4D355963538}" destId="{3EB127C2-FD66-4FAA-B629-33C3E3296B21}" srcOrd="0" destOrd="0" presId="urn:microsoft.com/office/officeart/2018/2/layout/IconCircleList"/>
    <dgm:cxn modelId="{ACECE8D8-6D8A-4817-818D-BBE2C0D2A72D}" type="presParOf" srcId="{CD97FD1A-D820-47AE-A178-F4D355963538}" destId="{1896CDB5-F848-4DD7-AF8E-B10CE4917B0A}" srcOrd="1" destOrd="0" presId="urn:microsoft.com/office/officeart/2018/2/layout/IconCircleList"/>
    <dgm:cxn modelId="{1FCA3584-A464-4D05-9AFC-49B41386C192}" type="presParOf" srcId="{CD97FD1A-D820-47AE-A178-F4D355963538}" destId="{DB68E650-FCED-4863-AE1D-6EE54C92790C}" srcOrd="2" destOrd="0" presId="urn:microsoft.com/office/officeart/2018/2/layout/IconCircleList"/>
    <dgm:cxn modelId="{769FEF9E-8D99-40C6-8517-C722B97FB594}" type="presParOf" srcId="{CD97FD1A-D820-47AE-A178-F4D355963538}" destId="{DF88319B-E402-4053-896E-1ABCBF1787A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7C6DBBE-40BA-4EBC-9B6E-36A9B910AE4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49839FB-B6BE-4F5E-A09C-1EAA22560AAA}">
      <dgm:prSet/>
      <dgm:spPr/>
      <dgm:t>
        <a:bodyPr/>
        <a:lstStyle/>
        <a:p>
          <a:pPr>
            <a:defRPr cap="all"/>
          </a:pPr>
          <a:r>
            <a:rPr lang="en-US"/>
            <a:t>Compartilhamento de conhecimento</a:t>
          </a:r>
        </a:p>
      </dgm:t>
    </dgm:pt>
    <dgm:pt modelId="{693890EA-7E6E-4DDA-9FB6-EE8A2E9BFE60}" type="parTrans" cxnId="{89A21A02-BFA0-4964-92A9-1BE1B9FB3101}">
      <dgm:prSet/>
      <dgm:spPr/>
      <dgm:t>
        <a:bodyPr/>
        <a:lstStyle/>
        <a:p>
          <a:endParaRPr lang="en-US"/>
        </a:p>
      </dgm:t>
    </dgm:pt>
    <dgm:pt modelId="{C67829BF-AF3C-4E8C-A165-FED32EE3BBE1}" type="sibTrans" cxnId="{89A21A02-BFA0-4964-92A9-1BE1B9FB3101}">
      <dgm:prSet/>
      <dgm:spPr/>
      <dgm:t>
        <a:bodyPr/>
        <a:lstStyle/>
        <a:p>
          <a:endParaRPr lang="en-US"/>
        </a:p>
      </dgm:t>
    </dgm:pt>
    <dgm:pt modelId="{DAF52711-26EF-45E0-947F-B3F8851C6DC2}">
      <dgm:prSet/>
      <dgm:spPr/>
      <dgm:t>
        <a:bodyPr/>
        <a:lstStyle/>
        <a:p>
          <a:pPr>
            <a:defRPr cap="all"/>
          </a:pPr>
          <a:r>
            <a:rPr lang="en-US"/>
            <a:t>Maior poder de negociação</a:t>
          </a:r>
        </a:p>
      </dgm:t>
    </dgm:pt>
    <dgm:pt modelId="{BD6761F0-2538-4D59-AFAB-78A2650D5FE0}" type="parTrans" cxnId="{75549085-4CE7-4515-AA28-0856ABC4CDE6}">
      <dgm:prSet/>
      <dgm:spPr/>
      <dgm:t>
        <a:bodyPr/>
        <a:lstStyle/>
        <a:p>
          <a:endParaRPr lang="en-US"/>
        </a:p>
      </dgm:t>
    </dgm:pt>
    <dgm:pt modelId="{DBF90C60-8B53-4EB4-B881-8161D59A6479}" type="sibTrans" cxnId="{75549085-4CE7-4515-AA28-0856ABC4CDE6}">
      <dgm:prSet/>
      <dgm:spPr/>
      <dgm:t>
        <a:bodyPr/>
        <a:lstStyle/>
        <a:p>
          <a:endParaRPr lang="en-US"/>
        </a:p>
      </dgm:t>
    </dgm:pt>
    <dgm:pt modelId="{7CCCB579-2CDF-494F-AC31-43FA7E5DF878}">
      <dgm:prSet/>
      <dgm:spPr/>
      <dgm:t>
        <a:bodyPr/>
        <a:lstStyle/>
        <a:p>
          <a:pPr>
            <a:defRPr cap="all"/>
          </a:pPr>
          <a:r>
            <a:rPr lang="en-US"/>
            <a:t>Redução de custos</a:t>
          </a:r>
        </a:p>
      </dgm:t>
    </dgm:pt>
    <dgm:pt modelId="{E307C3BE-49F4-49D3-910E-370ED20CB9BC}" type="parTrans" cxnId="{8784B7C6-F63C-48C7-853B-E755C2DD0AE4}">
      <dgm:prSet/>
      <dgm:spPr/>
      <dgm:t>
        <a:bodyPr/>
        <a:lstStyle/>
        <a:p>
          <a:endParaRPr lang="en-US"/>
        </a:p>
      </dgm:t>
    </dgm:pt>
    <dgm:pt modelId="{80605D84-CA3D-4E5B-927D-EDBA1A368953}" type="sibTrans" cxnId="{8784B7C6-F63C-48C7-853B-E755C2DD0AE4}">
      <dgm:prSet/>
      <dgm:spPr/>
      <dgm:t>
        <a:bodyPr/>
        <a:lstStyle/>
        <a:p>
          <a:endParaRPr lang="en-US"/>
        </a:p>
      </dgm:t>
    </dgm:pt>
    <dgm:pt modelId="{D9E0B38C-0E91-428D-8B76-E4F1A830AAA5}">
      <dgm:prSet/>
      <dgm:spPr/>
      <dgm:t>
        <a:bodyPr/>
        <a:lstStyle/>
        <a:p>
          <a:pPr>
            <a:defRPr cap="all"/>
          </a:pPr>
          <a:r>
            <a:rPr lang="en-US"/>
            <a:t>Apoio profissional e emocional</a:t>
          </a:r>
        </a:p>
      </dgm:t>
    </dgm:pt>
    <dgm:pt modelId="{A19FF187-27CE-4372-AD35-6E1B6AC22558}" type="parTrans" cxnId="{FE9B49D5-3859-427F-9540-A922659C0330}">
      <dgm:prSet/>
      <dgm:spPr/>
      <dgm:t>
        <a:bodyPr/>
        <a:lstStyle/>
        <a:p>
          <a:endParaRPr lang="en-US"/>
        </a:p>
      </dgm:t>
    </dgm:pt>
    <dgm:pt modelId="{EE9A4AB8-24D8-4821-99D5-E3EDDB9F51B5}" type="sibTrans" cxnId="{FE9B49D5-3859-427F-9540-A922659C0330}">
      <dgm:prSet/>
      <dgm:spPr/>
      <dgm:t>
        <a:bodyPr/>
        <a:lstStyle/>
        <a:p>
          <a:endParaRPr lang="en-US"/>
        </a:p>
      </dgm:t>
    </dgm:pt>
    <dgm:pt modelId="{CD418482-29A3-4056-B7D5-5E026152C365}">
      <dgm:prSet/>
      <dgm:spPr/>
      <dgm:t>
        <a:bodyPr/>
        <a:lstStyle/>
        <a:p>
          <a:pPr>
            <a:defRPr cap="all"/>
          </a:pPr>
          <a:r>
            <a:rPr lang="en-US"/>
            <a:t>Ampliação das oportunidades de trabalho</a:t>
          </a:r>
        </a:p>
      </dgm:t>
    </dgm:pt>
    <dgm:pt modelId="{9DA0D035-8090-4A31-A794-456E9A553C5F}" type="parTrans" cxnId="{F0C0D138-A696-4527-98D6-BA010E2CD11A}">
      <dgm:prSet/>
      <dgm:spPr/>
      <dgm:t>
        <a:bodyPr/>
        <a:lstStyle/>
        <a:p>
          <a:endParaRPr lang="en-US"/>
        </a:p>
      </dgm:t>
    </dgm:pt>
    <dgm:pt modelId="{86AE9AB3-E3B8-4CB7-BEC9-6EF7684AD2E8}" type="sibTrans" cxnId="{F0C0D138-A696-4527-98D6-BA010E2CD11A}">
      <dgm:prSet/>
      <dgm:spPr/>
      <dgm:t>
        <a:bodyPr/>
        <a:lstStyle/>
        <a:p>
          <a:endParaRPr lang="en-US"/>
        </a:p>
      </dgm:t>
    </dgm:pt>
    <dgm:pt modelId="{DED6CE0C-0F83-46F9-A2B1-C02E07C1E2DE}" type="pres">
      <dgm:prSet presAssocID="{B7C6DBBE-40BA-4EBC-9B6E-36A9B910AE4D}" presName="root" presStyleCnt="0">
        <dgm:presLayoutVars>
          <dgm:dir/>
          <dgm:resizeHandles val="exact"/>
        </dgm:presLayoutVars>
      </dgm:prSet>
      <dgm:spPr/>
    </dgm:pt>
    <dgm:pt modelId="{EA54C157-0734-47ED-8B1B-072B82E55890}" type="pres">
      <dgm:prSet presAssocID="{E49839FB-B6BE-4F5E-A09C-1EAA22560AAA}" presName="compNode" presStyleCnt="0"/>
      <dgm:spPr/>
    </dgm:pt>
    <dgm:pt modelId="{DAC29556-107E-47BB-9AA4-E5BD9864D9FF}" type="pres">
      <dgm:prSet presAssocID="{E49839FB-B6BE-4F5E-A09C-1EAA22560AAA}" presName="iconBgRect" presStyleLbl="bgShp" presStyleIdx="0" presStyleCnt="5"/>
      <dgm:spPr/>
    </dgm:pt>
    <dgm:pt modelId="{F1D6806C-F764-42D1-8389-EAD0E7A2DC34}" type="pres">
      <dgm:prSet presAssocID="{E49839FB-B6BE-4F5E-A09C-1EAA22560AAA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725589E2-7809-479B-9EF1-3B5D5DAED27D}" type="pres">
      <dgm:prSet presAssocID="{E49839FB-B6BE-4F5E-A09C-1EAA22560AAA}" presName="spaceRect" presStyleCnt="0"/>
      <dgm:spPr/>
    </dgm:pt>
    <dgm:pt modelId="{DB534A66-DFCE-43B9-B467-30F2ED9FB2C5}" type="pres">
      <dgm:prSet presAssocID="{E49839FB-B6BE-4F5E-A09C-1EAA22560AAA}" presName="textRect" presStyleLbl="revTx" presStyleIdx="0" presStyleCnt="5">
        <dgm:presLayoutVars>
          <dgm:chMax val="1"/>
          <dgm:chPref val="1"/>
        </dgm:presLayoutVars>
      </dgm:prSet>
      <dgm:spPr/>
    </dgm:pt>
    <dgm:pt modelId="{86A293DF-DF3A-4FCD-83BC-4A15D897CFA2}" type="pres">
      <dgm:prSet presAssocID="{C67829BF-AF3C-4E8C-A165-FED32EE3BBE1}" presName="sibTrans" presStyleCnt="0"/>
      <dgm:spPr/>
    </dgm:pt>
    <dgm:pt modelId="{80C283AC-3521-4447-87DC-EEBFEBA71B2F}" type="pres">
      <dgm:prSet presAssocID="{DAF52711-26EF-45E0-947F-B3F8851C6DC2}" presName="compNode" presStyleCnt="0"/>
      <dgm:spPr/>
    </dgm:pt>
    <dgm:pt modelId="{BBCD438F-5641-46D7-9AB7-A468E6F20E90}" type="pres">
      <dgm:prSet presAssocID="{DAF52711-26EF-45E0-947F-B3F8851C6DC2}" presName="iconBgRect" presStyleLbl="bgShp" presStyleIdx="1" presStyleCnt="5"/>
      <dgm:spPr/>
    </dgm:pt>
    <dgm:pt modelId="{033ECF01-EF9E-4D22-8B19-F48C3F3F2FE4}" type="pres">
      <dgm:prSet presAssocID="{DAF52711-26EF-45E0-947F-B3F8851C6DC2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perto de mão"/>
        </a:ext>
      </dgm:extLst>
    </dgm:pt>
    <dgm:pt modelId="{26B69D87-5C3A-4E53-96BA-F6D9B40C648A}" type="pres">
      <dgm:prSet presAssocID="{DAF52711-26EF-45E0-947F-B3F8851C6DC2}" presName="spaceRect" presStyleCnt="0"/>
      <dgm:spPr/>
    </dgm:pt>
    <dgm:pt modelId="{DCA74709-D32B-4FA6-A1BC-565F5613536E}" type="pres">
      <dgm:prSet presAssocID="{DAF52711-26EF-45E0-947F-B3F8851C6DC2}" presName="textRect" presStyleLbl="revTx" presStyleIdx="1" presStyleCnt="5">
        <dgm:presLayoutVars>
          <dgm:chMax val="1"/>
          <dgm:chPref val="1"/>
        </dgm:presLayoutVars>
      </dgm:prSet>
      <dgm:spPr/>
    </dgm:pt>
    <dgm:pt modelId="{E66CC6D5-1BE2-4345-B4F9-916BE45DDBF9}" type="pres">
      <dgm:prSet presAssocID="{DBF90C60-8B53-4EB4-B881-8161D59A6479}" presName="sibTrans" presStyleCnt="0"/>
      <dgm:spPr/>
    </dgm:pt>
    <dgm:pt modelId="{B93ABA3E-5491-41BB-B1C8-4FF2C3CEFD8C}" type="pres">
      <dgm:prSet presAssocID="{7CCCB579-2CDF-494F-AC31-43FA7E5DF878}" presName="compNode" presStyleCnt="0"/>
      <dgm:spPr/>
    </dgm:pt>
    <dgm:pt modelId="{6E2C0AB8-0780-46D8-BA36-3C6C36197224}" type="pres">
      <dgm:prSet presAssocID="{7CCCB579-2CDF-494F-AC31-43FA7E5DF878}" presName="iconBgRect" presStyleLbl="bgShp" presStyleIdx="2" presStyleCnt="5"/>
      <dgm:spPr/>
    </dgm:pt>
    <dgm:pt modelId="{D48E7EE0-CFCA-4D97-8C88-EA3D51C8771A}" type="pres">
      <dgm:prSet presAssocID="{7CCCB579-2CDF-494F-AC31-43FA7E5DF878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edas"/>
        </a:ext>
      </dgm:extLst>
    </dgm:pt>
    <dgm:pt modelId="{D12F645C-901A-4798-B442-2A28A571626A}" type="pres">
      <dgm:prSet presAssocID="{7CCCB579-2CDF-494F-AC31-43FA7E5DF878}" presName="spaceRect" presStyleCnt="0"/>
      <dgm:spPr/>
    </dgm:pt>
    <dgm:pt modelId="{67DA25C8-56E5-4D48-B2C2-B55EBF8F4CB3}" type="pres">
      <dgm:prSet presAssocID="{7CCCB579-2CDF-494F-AC31-43FA7E5DF878}" presName="textRect" presStyleLbl="revTx" presStyleIdx="2" presStyleCnt="5">
        <dgm:presLayoutVars>
          <dgm:chMax val="1"/>
          <dgm:chPref val="1"/>
        </dgm:presLayoutVars>
      </dgm:prSet>
      <dgm:spPr/>
    </dgm:pt>
    <dgm:pt modelId="{93D91757-AB0A-4862-9AED-4C9F7B6A04C0}" type="pres">
      <dgm:prSet presAssocID="{80605D84-CA3D-4E5B-927D-EDBA1A368953}" presName="sibTrans" presStyleCnt="0"/>
      <dgm:spPr/>
    </dgm:pt>
    <dgm:pt modelId="{B7525C7B-70D0-4604-9A81-D92598F23158}" type="pres">
      <dgm:prSet presAssocID="{D9E0B38C-0E91-428D-8B76-E4F1A830AAA5}" presName="compNode" presStyleCnt="0"/>
      <dgm:spPr/>
    </dgm:pt>
    <dgm:pt modelId="{63F39796-2A8C-4A1A-8C74-9D82C5807A10}" type="pres">
      <dgm:prSet presAssocID="{D9E0B38C-0E91-428D-8B76-E4F1A830AAA5}" presName="iconBgRect" presStyleLbl="bgShp" presStyleIdx="3" presStyleCnt="5"/>
      <dgm:spPr/>
    </dgm:pt>
    <dgm:pt modelId="{3A2BB3BF-E5C5-441D-B511-1565279B544D}" type="pres">
      <dgm:prSet presAssocID="{D9E0B38C-0E91-428D-8B76-E4F1A830AAA5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ração"/>
        </a:ext>
      </dgm:extLst>
    </dgm:pt>
    <dgm:pt modelId="{6C8B7736-1012-4DBB-A91D-C52D7AAE2A4D}" type="pres">
      <dgm:prSet presAssocID="{D9E0B38C-0E91-428D-8B76-E4F1A830AAA5}" presName="spaceRect" presStyleCnt="0"/>
      <dgm:spPr/>
    </dgm:pt>
    <dgm:pt modelId="{5BEFFF41-7506-465A-AACB-9693B8981026}" type="pres">
      <dgm:prSet presAssocID="{D9E0B38C-0E91-428D-8B76-E4F1A830AAA5}" presName="textRect" presStyleLbl="revTx" presStyleIdx="3" presStyleCnt="5">
        <dgm:presLayoutVars>
          <dgm:chMax val="1"/>
          <dgm:chPref val="1"/>
        </dgm:presLayoutVars>
      </dgm:prSet>
      <dgm:spPr/>
    </dgm:pt>
    <dgm:pt modelId="{EA83D1E2-7C3D-4DA8-82C2-38FC34335288}" type="pres">
      <dgm:prSet presAssocID="{EE9A4AB8-24D8-4821-99D5-E3EDDB9F51B5}" presName="sibTrans" presStyleCnt="0"/>
      <dgm:spPr/>
    </dgm:pt>
    <dgm:pt modelId="{A4BBCB20-00D3-4C16-829F-FFC9A7203760}" type="pres">
      <dgm:prSet presAssocID="{CD418482-29A3-4056-B7D5-5E026152C365}" presName="compNode" presStyleCnt="0"/>
      <dgm:spPr/>
    </dgm:pt>
    <dgm:pt modelId="{7171078C-DD59-40F2-AD29-550A43201F6F}" type="pres">
      <dgm:prSet presAssocID="{CD418482-29A3-4056-B7D5-5E026152C365}" presName="iconBgRect" presStyleLbl="bgShp" presStyleIdx="4" presStyleCnt="5"/>
      <dgm:spPr/>
    </dgm:pt>
    <dgm:pt modelId="{46A029E9-996C-478F-82F0-B6808701B834}" type="pres">
      <dgm:prSet presAssocID="{CD418482-29A3-4056-B7D5-5E026152C365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F921BB71-61CE-462E-ACA5-1111010703EE}" type="pres">
      <dgm:prSet presAssocID="{CD418482-29A3-4056-B7D5-5E026152C365}" presName="spaceRect" presStyleCnt="0"/>
      <dgm:spPr/>
    </dgm:pt>
    <dgm:pt modelId="{2A7C1618-BE0C-4AF3-AAC5-0CF8951EA681}" type="pres">
      <dgm:prSet presAssocID="{CD418482-29A3-4056-B7D5-5E026152C365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89A21A02-BFA0-4964-92A9-1BE1B9FB3101}" srcId="{B7C6DBBE-40BA-4EBC-9B6E-36A9B910AE4D}" destId="{E49839FB-B6BE-4F5E-A09C-1EAA22560AAA}" srcOrd="0" destOrd="0" parTransId="{693890EA-7E6E-4DDA-9FB6-EE8A2E9BFE60}" sibTransId="{C67829BF-AF3C-4E8C-A165-FED32EE3BBE1}"/>
    <dgm:cxn modelId="{F0C0D138-A696-4527-98D6-BA010E2CD11A}" srcId="{B7C6DBBE-40BA-4EBC-9B6E-36A9B910AE4D}" destId="{CD418482-29A3-4056-B7D5-5E026152C365}" srcOrd="4" destOrd="0" parTransId="{9DA0D035-8090-4A31-A794-456E9A553C5F}" sibTransId="{86AE9AB3-E3B8-4CB7-BEC9-6EF7684AD2E8}"/>
    <dgm:cxn modelId="{C64D2456-CC35-46CC-9864-EEB80634B66C}" type="presOf" srcId="{DAF52711-26EF-45E0-947F-B3F8851C6DC2}" destId="{DCA74709-D32B-4FA6-A1BC-565F5613536E}" srcOrd="0" destOrd="0" presId="urn:microsoft.com/office/officeart/2018/5/layout/IconCircleLabelList"/>
    <dgm:cxn modelId="{75549085-4CE7-4515-AA28-0856ABC4CDE6}" srcId="{B7C6DBBE-40BA-4EBC-9B6E-36A9B910AE4D}" destId="{DAF52711-26EF-45E0-947F-B3F8851C6DC2}" srcOrd="1" destOrd="0" parTransId="{BD6761F0-2538-4D59-AFAB-78A2650D5FE0}" sibTransId="{DBF90C60-8B53-4EB4-B881-8161D59A6479}"/>
    <dgm:cxn modelId="{07B17CA3-653E-4E13-B527-30DA78327B76}" type="presOf" srcId="{E49839FB-B6BE-4F5E-A09C-1EAA22560AAA}" destId="{DB534A66-DFCE-43B9-B467-30F2ED9FB2C5}" srcOrd="0" destOrd="0" presId="urn:microsoft.com/office/officeart/2018/5/layout/IconCircleLabelList"/>
    <dgm:cxn modelId="{8784B7C6-F63C-48C7-853B-E755C2DD0AE4}" srcId="{B7C6DBBE-40BA-4EBC-9B6E-36A9B910AE4D}" destId="{7CCCB579-2CDF-494F-AC31-43FA7E5DF878}" srcOrd="2" destOrd="0" parTransId="{E307C3BE-49F4-49D3-910E-370ED20CB9BC}" sibTransId="{80605D84-CA3D-4E5B-927D-EDBA1A368953}"/>
    <dgm:cxn modelId="{C86F58C8-4AD1-4CE1-A2B7-86448EA96389}" type="presOf" srcId="{D9E0B38C-0E91-428D-8B76-E4F1A830AAA5}" destId="{5BEFFF41-7506-465A-AACB-9693B8981026}" srcOrd="0" destOrd="0" presId="urn:microsoft.com/office/officeart/2018/5/layout/IconCircleLabelList"/>
    <dgm:cxn modelId="{759F92CC-531D-436E-8F88-2735A3F718DA}" type="presOf" srcId="{CD418482-29A3-4056-B7D5-5E026152C365}" destId="{2A7C1618-BE0C-4AF3-AAC5-0CF8951EA681}" srcOrd="0" destOrd="0" presId="urn:microsoft.com/office/officeart/2018/5/layout/IconCircleLabelList"/>
    <dgm:cxn modelId="{FE9B49D5-3859-427F-9540-A922659C0330}" srcId="{B7C6DBBE-40BA-4EBC-9B6E-36A9B910AE4D}" destId="{D9E0B38C-0E91-428D-8B76-E4F1A830AAA5}" srcOrd="3" destOrd="0" parTransId="{A19FF187-27CE-4372-AD35-6E1B6AC22558}" sibTransId="{EE9A4AB8-24D8-4821-99D5-E3EDDB9F51B5}"/>
    <dgm:cxn modelId="{48DBB7D9-551D-4384-8228-E2003B96E41B}" type="presOf" srcId="{7CCCB579-2CDF-494F-AC31-43FA7E5DF878}" destId="{67DA25C8-56E5-4D48-B2C2-B55EBF8F4CB3}" srcOrd="0" destOrd="0" presId="urn:microsoft.com/office/officeart/2018/5/layout/IconCircleLabelList"/>
    <dgm:cxn modelId="{AD9074EA-B9A6-4EF0-B8DC-B6FCCBE072D2}" type="presOf" srcId="{B7C6DBBE-40BA-4EBC-9B6E-36A9B910AE4D}" destId="{DED6CE0C-0F83-46F9-A2B1-C02E07C1E2DE}" srcOrd="0" destOrd="0" presId="urn:microsoft.com/office/officeart/2018/5/layout/IconCircleLabelList"/>
    <dgm:cxn modelId="{65773E53-A0BA-4D3B-AAC1-415BD436CA0B}" type="presParOf" srcId="{DED6CE0C-0F83-46F9-A2B1-C02E07C1E2DE}" destId="{EA54C157-0734-47ED-8B1B-072B82E55890}" srcOrd="0" destOrd="0" presId="urn:microsoft.com/office/officeart/2018/5/layout/IconCircleLabelList"/>
    <dgm:cxn modelId="{3F068280-9ED3-41B4-AF5F-49411B2ED60F}" type="presParOf" srcId="{EA54C157-0734-47ED-8B1B-072B82E55890}" destId="{DAC29556-107E-47BB-9AA4-E5BD9864D9FF}" srcOrd="0" destOrd="0" presId="urn:microsoft.com/office/officeart/2018/5/layout/IconCircleLabelList"/>
    <dgm:cxn modelId="{A7036B84-7440-4676-AB2D-82C38FFCF59F}" type="presParOf" srcId="{EA54C157-0734-47ED-8B1B-072B82E55890}" destId="{F1D6806C-F764-42D1-8389-EAD0E7A2DC34}" srcOrd="1" destOrd="0" presId="urn:microsoft.com/office/officeart/2018/5/layout/IconCircleLabelList"/>
    <dgm:cxn modelId="{18D5C03D-BBE4-4070-8C1A-6A03D9589187}" type="presParOf" srcId="{EA54C157-0734-47ED-8B1B-072B82E55890}" destId="{725589E2-7809-479B-9EF1-3B5D5DAED27D}" srcOrd="2" destOrd="0" presId="urn:microsoft.com/office/officeart/2018/5/layout/IconCircleLabelList"/>
    <dgm:cxn modelId="{3E596F78-7981-470E-A0A1-90C55D4DFF73}" type="presParOf" srcId="{EA54C157-0734-47ED-8B1B-072B82E55890}" destId="{DB534A66-DFCE-43B9-B467-30F2ED9FB2C5}" srcOrd="3" destOrd="0" presId="urn:microsoft.com/office/officeart/2018/5/layout/IconCircleLabelList"/>
    <dgm:cxn modelId="{AFAD8E9B-A8EC-47C4-8CB1-DFD355AA43ED}" type="presParOf" srcId="{DED6CE0C-0F83-46F9-A2B1-C02E07C1E2DE}" destId="{86A293DF-DF3A-4FCD-83BC-4A15D897CFA2}" srcOrd="1" destOrd="0" presId="urn:microsoft.com/office/officeart/2018/5/layout/IconCircleLabelList"/>
    <dgm:cxn modelId="{0458759E-7B2D-4824-9C52-4EF13030290A}" type="presParOf" srcId="{DED6CE0C-0F83-46F9-A2B1-C02E07C1E2DE}" destId="{80C283AC-3521-4447-87DC-EEBFEBA71B2F}" srcOrd="2" destOrd="0" presId="urn:microsoft.com/office/officeart/2018/5/layout/IconCircleLabelList"/>
    <dgm:cxn modelId="{C2DFBBC3-F04D-4A80-8A03-5102F29D3717}" type="presParOf" srcId="{80C283AC-3521-4447-87DC-EEBFEBA71B2F}" destId="{BBCD438F-5641-46D7-9AB7-A468E6F20E90}" srcOrd="0" destOrd="0" presId="urn:microsoft.com/office/officeart/2018/5/layout/IconCircleLabelList"/>
    <dgm:cxn modelId="{5E3DC257-EDEF-4B19-AEDC-4FFC110B2A5A}" type="presParOf" srcId="{80C283AC-3521-4447-87DC-EEBFEBA71B2F}" destId="{033ECF01-EF9E-4D22-8B19-F48C3F3F2FE4}" srcOrd="1" destOrd="0" presId="urn:microsoft.com/office/officeart/2018/5/layout/IconCircleLabelList"/>
    <dgm:cxn modelId="{0C6B0B65-C559-4060-96BB-6C25271E4CAE}" type="presParOf" srcId="{80C283AC-3521-4447-87DC-EEBFEBA71B2F}" destId="{26B69D87-5C3A-4E53-96BA-F6D9B40C648A}" srcOrd="2" destOrd="0" presId="urn:microsoft.com/office/officeart/2018/5/layout/IconCircleLabelList"/>
    <dgm:cxn modelId="{1EF23AA7-F3FC-4436-AC74-35B40CBD8ACD}" type="presParOf" srcId="{80C283AC-3521-4447-87DC-EEBFEBA71B2F}" destId="{DCA74709-D32B-4FA6-A1BC-565F5613536E}" srcOrd="3" destOrd="0" presId="urn:microsoft.com/office/officeart/2018/5/layout/IconCircleLabelList"/>
    <dgm:cxn modelId="{C2B48E04-E4DB-46B0-903B-D6EA7A7FA59C}" type="presParOf" srcId="{DED6CE0C-0F83-46F9-A2B1-C02E07C1E2DE}" destId="{E66CC6D5-1BE2-4345-B4F9-916BE45DDBF9}" srcOrd="3" destOrd="0" presId="urn:microsoft.com/office/officeart/2018/5/layout/IconCircleLabelList"/>
    <dgm:cxn modelId="{C4732DC7-406F-4036-809B-7EC9BD0E8EDB}" type="presParOf" srcId="{DED6CE0C-0F83-46F9-A2B1-C02E07C1E2DE}" destId="{B93ABA3E-5491-41BB-B1C8-4FF2C3CEFD8C}" srcOrd="4" destOrd="0" presId="urn:microsoft.com/office/officeart/2018/5/layout/IconCircleLabelList"/>
    <dgm:cxn modelId="{1C96B680-AE43-4EA9-BF3A-F86F89032FA4}" type="presParOf" srcId="{B93ABA3E-5491-41BB-B1C8-4FF2C3CEFD8C}" destId="{6E2C0AB8-0780-46D8-BA36-3C6C36197224}" srcOrd="0" destOrd="0" presId="urn:microsoft.com/office/officeart/2018/5/layout/IconCircleLabelList"/>
    <dgm:cxn modelId="{CBC793F4-BF49-451A-BCBB-4AA3005CE260}" type="presParOf" srcId="{B93ABA3E-5491-41BB-B1C8-4FF2C3CEFD8C}" destId="{D48E7EE0-CFCA-4D97-8C88-EA3D51C8771A}" srcOrd="1" destOrd="0" presId="urn:microsoft.com/office/officeart/2018/5/layout/IconCircleLabelList"/>
    <dgm:cxn modelId="{52D69DCA-0343-4CCB-9B68-8233C22A2525}" type="presParOf" srcId="{B93ABA3E-5491-41BB-B1C8-4FF2C3CEFD8C}" destId="{D12F645C-901A-4798-B442-2A28A571626A}" srcOrd="2" destOrd="0" presId="urn:microsoft.com/office/officeart/2018/5/layout/IconCircleLabelList"/>
    <dgm:cxn modelId="{377BB4AD-A816-4C3D-AF54-DE44C4704BC3}" type="presParOf" srcId="{B93ABA3E-5491-41BB-B1C8-4FF2C3CEFD8C}" destId="{67DA25C8-56E5-4D48-B2C2-B55EBF8F4CB3}" srcOrd="3" destOrd="0" presId="urn:microsoft.com/office/officeart/2018/5/layout/IconCircleLabelList"/>
    <dgm:cxn modelId="{8F1C057A-5F16-4775-B394-4F9D7981E529}" type="presParOf" srcId="{DED6CE0C-0F83-46F9-A2B1-C02E07C1E2DE}" destId="{93D91757-AB0A-4862-9AED-4C9F7B6A04C0}" srcOrd="5" destOrd="0" presId="urn:microsoft.com/office/officeart/2018/5/layout/IconCircleLabelList"/>
    <dgm:cxn modelId="{D0881088-01F3-4B2F-8CE5-3D6498128BB8}" type="presParOf" srcId="{DED6CE0C-0F83-46F9-A2B1-C02E07C1E2DE}" destId="{B7525C7B-70D0-4604-9A81-D92598F23158}" srcOrd="6" destOrd="0" presId="urn:microsoft.com/office/officeart/2018/5/layout/IconCircleLabelList"/>
    <dgm:cxn modelId="{868B1B12-C75F-4949-9EF0-163319BB4F0D}" type="presParOf" srcId="{B7525C7B-70D0-4604-9A81-D92598F23158}" destId="{63F39796-2A8C-4A1A-8C74-9D82C5807A10}" srcOrd="0" destOrd="0" presId="urn:microsoft.com/office/officeart/2018/5/layout/IconCircleLabelList"/>
    <dgm:cxn modelId="{461B8444-4CD5-41B7-8777-C5C326DF0AA4}" type="presParOf" srcId="{B7525C7B-70D0-4604-9A81-D92598F23158}" destId="{3A2BB3BF-E5C5-441D-B511-1565279B544D}" srcOrd="1" destOrd="0" presId="urn:microsoft.com/office/officeart/2018/5/layout/IconCircleLabelList"/>
    <dgm:cxn modelId="{CDB3F5BB-6C10-43A2-AFDD-CEA3C7E242FA}" type="presParOf" srcId="{B7525C7B-70D0-4604-9A81-D92598F23158}" destId="{6C8B7736-1012-4DBB-A91D-C52D7AAE2A4D}" srcOrd="2" destOrd="0" presId="urn:microsoft.com/office/officeart/2018/5/layout/IconCircleLabelList"/>
    <dgm:cxn modelId="{512E366D-CF1E-48C1-BC4E-F024594427AA}" type="presParOf" srcId="{B7525C7B-70D0-4604-9A81-D92598F23158}" destId="{5BEFFF41-7506-465A-AACB-9693B8981026}" srcOrd="3" destOrd="0" presId="urn:microsoft.com/office/officeart/2018/5/layout/IconCircleLabelList"/>
    <dgm:cxn modelId="{511729E5-B3A9-4E1B-BEDF-9D2B17B0B13C}" type="presParOf" srcId="{DED6CE0C-0F83-46F9-A2B1-C02E07C1E2DE}" destId="{EA83D1E2-7C3D-4DA8-82C2-38FC34335288}" srcOrd="7" destOrd="0" presId="urn:microsoft.com/office/officeart/2018/5/layout/IconCircleLabelList"/>
    <dgm:cxn modelId="{B9ACE31E-2BFD-4A5E-8288-A7FF6C1048BF}" type="presParOf" srcId="{DED6CE0C-0F83-46F9-A2B1-C02E07C1E2DE}" destId="{A4BBCB20-00D3-4C16-829F-FFC9A7203760}" srcOrd="8" destOrd="0" presId="urn:microsoft.com/office/officeart/2018/5/layout/IconCircleLabelList"/>
    <dgm:cxn modelId="{BFB5B248-2F09-45D9-9299-BA8260890BBD}" type="presParOf" srcId="{A4BBCB20-00D3-4C16-829F-FFC9A7203760}" destId="{7171078C-DD59-40F2-AD29-550A43201F6F}" srcOrd="0" destOrd="0" presId="urn:microsoft.com/office/officeart/2018/5/layout/IconCircleLabelList"/>
    <dgm:cxn modelId="{7E3B34C2-25C8-47C9-BF64-E12E78ADA4CC}" type="presParOf" srcId="{A4BBCB20-00D3-4C16-829F-FFC9A7203760}" destId="{46A029E9-996C-478F-82F0-B6808701B834}" srcOrd="1" destOrd="0" presId="urn:microsoft.com/office/officeart/2018/5/layout/IconCircleLabelList"/>
    <dgm:cxn modelId="{BFCBDC3A-7C48-47DA-AEE5-4AEADAF6A9A1}" type="presParOf" srcId="{A4BBCB20-00D3-4C16-829F-FFC9A7203760}" destId="{F921BB71-61CE-462E-ACA5-1111010703EE}" srcOrd="2" destOrd="0" presId="urn:microsoft.com/office/officeart/2018/5/layout/IconCircleLabelList"/>
    <dgm:cxn modelId="{F302CAD9-0620-4D30-96A8-B82F5982DAE4}" type="presParOf" srcId="{A4BBCB20-00D3-4C16-829F-FFC9A7203760}" destId="{2A7C1618-BE0C-4AF3-AAC5-0CF8951EA68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A28FABF-7317-4F17-A155-7F0930DB93A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94C20BE0-28DC-44EE-939A-A28981C48194}">
      <dgm:prSet/>
      <dgm:spPr/>
      <dgm:t>
        <a:bodyPr/>
        <a:lstStyle/>
        <a:p>
          <a:r>
            <a:rPr lang="en-US"/>
            <a:t>Importância do MEI e da regularização</a:t>
          </a:r>
        </a:p>
      </dgm:t>
    </dgm:pt>
    <dgm:pt modelId="{FBACA022-DC18-48DF-B721-E914ADDED415}" type="parTrans" cxnId="{292BB7EB-801F-4A44-9D9E-AA2602A2269F}">
      <dgm:prSet/>
      <dgm:spPr/>
      <dgm:t>
        <a:bodyPr/>
        <a:lstStyle/>
        <a:p>
          <a:endParaRPr lang="en-US"/>
        </a:p>
      </dgm:t>
    </dgm:pt>
    <dgm:pt modelId="{27DDDD0F-4E9A-4335-B873-4DC5ACF7103B}" type="sibTrans" cxnId="{292BB7EB-801F-4A44-9D9E-AA2602A2269F}">
      <dgm:prSet/>
      <dgm:spPr/>
      <dgm:t>
        <a:bodyPr/>
        <a:lstStyle/>
        <a:p>
          <a:endParaRPr lang="en-US"/>
        </a:p>
      </dgm:t>
    </dgm:pt>
    <dgm:pt modelId="{1121EADF-A344-47C7-8100-F6F27622BC26}">
      <dgm:prSet/>
      <dgm:spPr/>
      <dgm:t>
        <a:bodyPr/>
        <a:lstStyle/>
        <a:p>
          <a:r>
            <a:rPr lang="en-US"/>
            <a:t>Emissão de notas fiscais</a:t>
          </a:r>
        </a:p>
      </dgm:t>
    </dgm:pt>
    <dgm:pt modelId="{D2EC9F4E-ACBE-489D-BD75-98B66449CC53}" type="parTrans" cxnId="{772C2218-9DDA-45E2-B3F0-32661ADFA565}">
      <dgm:prSet/>
      <dgm:spPr/>
      <dgm:t>
        <a:bodyPr/>
        <a:lstStyle/>
        <a:p>
          <a:endParaRPr lang="en-US"/>
        </a:p>
      </dgm:t>
    </dgm:pt>
    <dgm:pt modelId="{567ED2F0-68F6-42E2-856A-E0DD8890471C}" type="sibTrans" cxnId="{772C2218-9DDA-45E2-B3F0-32661ADFA565}">
      <dgm:prSet/>
      <dgm:spPr/>
      <dgm:t>
        <a:bodyPr/>
        <a:lstStyle/>
        <a:p>
          <a:endParaRPr lang="en-US"/>
        </a:p>
      </dgm:t>
    </dgm:pt>
    <dgm:pt modelId="{0D95CC8E-3048-46F4-A0E4-FA7DDFADCA9F}">
      <dgm:prSet/>
      <dgm:spPr/>
      <dgm:t>
        <a:bodyPr/>
        <a:lstStyle/>
        <a:p>
          <a:r>
            <a:rPr lang="en-US"/>
            <a:t>Direitos e deveres profissionais</a:t>
          </a:r>
        </a:p>
      </dgm:t>
    </dgm:pt>
    <dgm:pt modelId="{892E2F70-A487-409B-922D-0B098DB11981}" type="parTrans" cxnId="{503C6565-765C-4DFC-B692-4F84007101A1}">
      <dgm:prSet/>
      <dgm:spPr/>
      <dgm:t>
        <a:bodyPr/>
        <a:lstStyle/>
        <a:p>
          <a:endParaRPr lang="en-US"/>
        </a:p>
      </dgm:t>
    </dgm:pt>
    <dgm:pt modelId="{AF627D24-D38B-4DA8-BBCB-7D65B5C16CB4}" type="sibTrans" cxnId="{503C6565-765C-4DFC-B692-4F84007101A1}">
      <dgm:prSet/>
      <dgm:spPr/>
      <dgm:t>
        <a:bodyPr/>
        <a:lstStyle/>
        <a:p>
          <a:endParaRPr lang="en-US"/>
        </a:p>
      </dgm:t>
    </dgm:pt>
    <dgm:pt modelId="{7D948E30-CBF4-4C11-A1B3-08B15E03E64B}">
      <dgm:prSet/>
      <dgm:spPr/>
      <dgm:t>
        <a:bodyPr/>
        <a:lstStyle/>
        <a:p>
          <a:r>
            <a:rPr lang="en-US"/>
            <a:t>Construção de credibilidade no mercado</a:t>
          </a:r>
        </a:p>
      </dgm:t>
    </dgm:pt>
    <dgm:pt modelId="{56A24042-B5B7-4509-B4E4-52EB5F492CCA}" type="parTrans" cxnId="{DDCC9C90-8EC2-48DB-B93A-9CB75EB9AE73}">
      <dgm:prSet/>
      <dgm:spPr/>
      <dgm:t>
        <a:bodyPr/>
        <a:lstStyle/>
        <a:p>
          <a:endParaRPr lang="en-US"/>
        </a:p>
      </dgm:t>
    </dgm:pt>
    <dgm:pt modelId="{500D6C3B-CF27-4BB5-A0F3-8F7FC146FDDB}" type="sibTrans" cxnId="{DDCC9C90-8EC2-48DB-B93A-9CB75EB9AE73}">
      <dgm:prSet/>
      <dgm:spPr/>
      <dgm:t>
        <a:bodyPr/>
        <a:lstStyle/>
        <a:p>
          <a:endParaRPr lang="en-US"/>
        </a:p>
      </dgm:t>
    </dgm:pt>
    <dgm:pt modelId="{F116A24A-DE1E-4857-9290-9ABEDF4ECB6D}" type="pres">
      <dgm:prSet presAssocID="{2A28FABF-7317-4F17-A155-7F0930DB93AE}" presName="root" presStyleCnt="0">
        <dgm:presLayoutVars>
          <dgm:dir/>
          <dgm:resizeHandles val="exact"/>
        </dgm:presLayoutVars>
      </dgm:prSet>
      <dgm:spPr/>
    </dgm:pt>
    <dgm:pt modelId="{0C524284-06C9-41F4-92D5-0DFFB0150AA8}" type="pres">
      <dgm:prSet presAssocID="{94C20BE0-28DC-44EE-939A-A28981C48194}" presName="compNode" presStyleCnt="0"/>
      <dgm:spPr/>
    </dgm:pt>
    <dgm:pt modelId="{1BC43248-C4BD-4093-9652-61030A478C2D}" type="pres">
      <dgm:prSet presAssocID="{94C20BE0-28DC-44EE-939A-A28981C48194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BA4C10C3-2BB7-4287-9CDA-339EE8AC8D37}" type="pres">
      <dgm:prSet presAssocID="{94C20BE0-28DC-44EE-939A-A28981C48194}" presName="spaceRect" presStyleCnt="0"/>
      <dgm:spPr/>
    </dgm:pt>
    <dgm:pt modelId="{E4C1125B-6282-42D6-8AFB-2AB34F4F82A4}" type="pres">
      <dgm:prSet presAssocID="{94C20BE0-28DC-44EE-939A-A28981C48194}" presName="textRect" presStyleLbl="revTx" presStyleIdx="0" presStyleCnt="4">
        <dgm:presLayoutVars>
          <dgm:chMax val="1"/>
          <dgm:chPref val="1"/>
        </dgm:presLayoutVars>
      </dgm:prSet>
      <dgm:spPr/>
    </dgm:pt>
    <dgm:pt modelId="{F9736C48-611D-414E-B536-ADA8871F0075}" type="pres">
      <dgm:prSet presAssocID="{27DDDD0F-4E9A-4335-B873-4DC5ACF7103B}" presName="sibTrans" presStyleCnt="0"/>
      <dgm:spPr/>
    </dgm:pt>
    <dgm:pt modelId="{BEEED45D-6E9A-4CF9-BDC3-B9FE7B2B2850}" type="pres">
      <dgm:prSet presAssocID="{1121EADF-A344-47C7-8100-F6F27622BC26}" presName="compNode" presStyleCnt="0"/>
      <dgm:spPr/>
    </dgm:pt>
    <dgm:pt modelId="{F3B90A29-9216-42AB-B3C5-D80F6E2A4A88}" type="pres">
      <dgm:prSet presAssocID="{1121EADF-A344-47C7-8100-F6F27622BC26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58828A44-DEE0-44B0-91E5-49AD42522490}" type="pres">
      <dgm:prSet presAssocID="{1121EADF-A344-47C7-8100-F6F27622BC26}" presName="spaceRect" presStyleCnt="0"/>
      <dgm:spPr/>
    </dgm:pt>
    <dgm:pt modelId="{216D5DB8-C46D-462D-B7FF-3D78267D4B76}" type="pres">
      <dgm:prSet presAssocID="{1121EADF-A344-47C7-8100-F6F27622BC26}" presName="textRect" presStyleLbl="revTx" presStyleIdx="1" presStyleCnt="4">
        <dgm:presLayoutVars>
          <dgm:chMax val="1"/>
          <dgm:chPref val="1"/>
        </dgm:presLayoutVars>
      </dgm:prSet>
      <dgm:spPr/>
    </dgm:pt>
    <dgm:pt modelId="{7DDAD50D-C388-402F-8054-7282DB508ABC}" type="pres">
      <dgm:prSet presAssocID="{567ED2F0-68F6-42E2-856A-E0DD8890471C}" presName="sibTrans" presStyleCnt="0"/>
      <dgm:spPr/>
    </dgm:pt>
    <dgm:pt modelId="{F7CAEAA4-B608-4665-B5CD-875127F9C58B}" type="pres">
      <dgm:prSet presAssocID="{0D95CC8E-3048-46F4-A0E4-FA7DDFADCA9F}" presName="compNode" presStyleCnt="0"/>
      <dgm:spPr/>
    </dgm:pt>
    <dgm:pt modelId="{F2AAF701-A03F-46A8-8311-0C5984DEBD4C}" type="pres">
      <dgm:prSet presAssocID="{0D95CC8E-3048-46F4-A0E4-FA7DDFADCA9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B11AB43C-0B77-49EA-8999-1DAC947A762D}" type="pres">
      <dgm:prSet presAssocID="{0D95CC8E-3048-46F4-A0E4-FA7DDFADCA9F}" presName="spaceRect" presStyleCnt="0"/>
      <dgm:spPr/>
    </dgm:pt>
    <dgm:pt modelId="{5F390ACB-0589-4A57-97BE-DAF60B85DDF1}" type="pres">
      <dgm:prSet presAssocID="{0D95CC8E-3048-46F4-A0E4-FA7DDFADCA9F}" presName="textRect" presStyleLbl="revTx" presStyleIdx="2" presStyleCnt="4">
        <dgm:presLayoutVars>
          <dgm:chMax val="1"/>
          <dgm:chPref val="1"/>
        </dgm:presLayoutVars>
      </dgm:prSet>
      <dgm:spPr/>
    </dgm:pt>
    <dgm:pt modelId="{28AC847D-4C0A-4A2E-8C96-5D9E790C2433}" type="pres">
      <dgm:prSet presAssocID="{AF627D24-D38B-4DA8-BBCB-7D65B5C16CB4}" presName="sibTrans" presStyleCnt="0"/>
      <dgm:spPr/>
    </dgm:pt>
    <dgm:pt modelId="{34C33A5A-2B21-41A1-AD5D-DEC1378491BC}" type="pres">
      <dgm:prSet presAssocID="{7D948E30-CBF4-4C11-A1B3-08B15E03E64B}" presName="compNode" presStyleCnt="0"/>
      <dgm:spPr/>
    </dgm:pt>
    <dgm:pt modelId="{FF488EEE-C768-4F14-967E-A6095014E80C}" type="pres">
      <dgm:prSet presAssocID="{7D948E30-CBF4-4C11-A1B3-08B15E03E64B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dade"/>
        </a:ext>
      </dgm:extLst>
    </dgm:pt>
    <dgm:pt modelId="{B38B15C6-09A4-4595-AAD9-422A1E1B2F69}" type="pres">
      <dgm:prSet presAssocID="{7D948E30-CBF4-4C11-A1B3-08B15E03E64B}" presName="spaceRect" presStyleCnt="0"/>
      <dgm:spPr/>
    </dgm:pt>
    <dgm:pt modelId="{93CC27B1-929A-4CBE-A0B6-DFE56A5C1561}" type="pres">
      <dgm:prSet presAssocID="{7D948E30-CBF4-4C11-A1B3-08B15E03E64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72C2218-9DDA-45E2-B3F0-32661ADFA565}" srcId="{2A28FABF-7317-4F17-A155-7F0930DB93AE}" destId="{1121EADF-A344-47C7-8100-F6F27622BC26}" srcOrd="1" destOrd="0" parTransId="{D2EC9F4E-ACBE-489D-BD75-98B66449CC53}" sibTransId="{567ED2F0-68F6-42E2-856A-E0DD8890471C}"/>
    <dgm:cxn modelId="{3EB32E1B-0A8C-4A3A-B68A-FCEEDEBD3AE6}" type="presOf" srcId="{0D95CC8E-3048-46F4-A0E4-FA7DDFADCA9F}" destId="{5F390ACB-0589-4A57-97BE-DAF60B85DDF1}" srcOrd="0" destOrd="0" presId="urn:microsoft.com/office/officeart/2018/2/layout/IconLabelList"/>
    <dgm:cxn modelId="{3F69621E-C974-4270-90AD-0F194C045C06}" type="presOf" srcId="{1121EADF-A344-47C7-8100-F6F27622BC26}" destId="{216D5DB8-C46D-462D-B7FF-3D78267D4B76}" srcOrd="0" destOrd="0" presId="urn:microsoft.com/office/officeart/2018/2/layout/IconLabelList"/>
    <dgm:cxn modelId="{8F4FEC42-0DAC-419E-A35C-B9A1B5458A5C}" type="presOf" srcId="{7D948E30-CBF4-4C11-A1B3-08B15E03E64B}" destId="{93CC27B1-929A-4CBE-A0B6-DFE56A5C1561}" srcOrd="0" destOrd="0" presId="urn:microsoft.com/office/officeart/2018/2/layout/IconLabelList"/>
    <dgm:cxn modelId="{8B312564-C1AD-4063-9BCD-0665D99E7F95}" type="presOf" srcId="{2A28FABF-7317-4F17-A155-7F0930DB93AE}" destId="{F116A24A-DE1E-4857-9290-9ABEDF4ECB6D}" srcOrd="0" destOrd="0" presId="urn:microsoft.com/office/officeart/2018/2/layout/IconLabelList"/>
    <dgm:cxn modelId="{503C6565-765C-4DFC-B692-4F84007101A1}" srcId="{2A28FABF-7317-4F17-A155-7F0930DB93AE}" destId="{0D95CC8E-3048-46F4-A0E4-FA7DDFADCA9F}" srcOrd="2" destOrd="0" parTransId="{892E2F70-A487-409B-922D-0B098DB11981}" sibTransId="{AF627D24-D38B-4DA8-BBCB-7D65B5C16CB4}"/>
    <dgm:cxn modelId="{DDCC9C90-8EC2-48DB-B93A-9CB75EB9AE73}" srcId="{2A28FABF-7317-4F17-A155-7F0930DB93AE}" destId="{7D948E30-CBF4-4C11-A1B3-08B15E03E64B}" srcOrd="3" destOrd="0" parTransId="{56A24042-B5B7-4509-B4E4-52EB5F492CCA}" sibTransId="{500D6C3B-CF27-4BB5-A0F3-8F7FC146FDDB}"/>
    <dgm:cxn modelId="{882E81B5-55D1-4815-A8C3-10CB3FCE60D8}" type="presOf" srcId="{94C20BE0-28DC-44EE-939A-A28981C48194}" destId="{E4C1125B-6282-42D6-8AFB-2AB34F4F82A4}" srcOrd="0" destOrd="0" presId="urn:microsoft.com/office/officeart/2018/2/layout/IconLabelList"/>
    <dgm:cxn modelId="{292BB7EB-801F-4A44-9D9E-AA2602A2269F}" srcId="{2A28FABF-7317-4F17-A155-7F0930DB93AE}" destId="{94C20BE0-28DC-44EE-939A-A28981C48194}" srcOrd="0" destOrd="0" parTransId="{FBACA022-DC18-48DF-B721-E914ADDED415}" sibTransId="{27DDDD0F-4E9A-4335-B873-4DC5ACF7103B}"/>
    <dgm:cxn modelId="{7AFD46AC-86AF-4CD4-A29E-EBE2F370EA6F}" type="presParOf" srcId="{F116A24A-DE1E-4857-9290-9ABEDF4ECB6D}" destId="{0C524284-06C9-41F4-92D5-0DFFB0150AA8}" srcOrd="0" destOrd="0" presId="urn:microsoft.com/office/officeart/2018/2/layout/IconLabelList"/>
    <dgm:cxn modelId="{05E438FD-51A3-49AA-84E4-DC52588FCB25}" type="presParOf" srcId="{0C524284-06C9-41F4-92D5-0DFFB0150AA8}" destId="{1BC43248-C4BD-4093-9652-61030A478C2D}" srcOrd="0" destOrd="0" presId="urn:microsoft.com/office/officeart/2018/2/layout/IconLabelList"/>
    <dgm:cxn modelId="{0E121D1C-C88C-4E4F-A45C-EA5F746A68D4}" type="presParOf" srcId="{0C524284-06C9-41F4-92D5-0DFFB0150AA8}" destId="{BA4C10C3-2BB7-4287-9CDA-339EE8AC8D37}" srcOrd="1" destOrd="0" presId="urn:microsoft.com/office/officeart/2018/2/layout/IconLabelList"/>
    <dgm:cxn modelId="{5F96AB4F-FCD6-415A-882A-AC2BD786E24F}" type="presParOf" srcId="{0C524284-06C9-41F4-92D5-0DFFB0150AA8}" destId="{E4C1125B-6282-42D6-8AFB-2AB34F4F82A4}" srcOrd="2" destOrd="0" presId="urn:microsoft.com/office/officeart/2018/2/layout/IconLabelList"/>
    <dgm:cxn modelId="{4510C30B-FD08-44EA-B2E7-5B3F4E061B3E}" type="presParOf" srcId="{F116A24A-DE1E-4857-9290-9ABEDF4ECB6D}" destId="{F9736C48-611D-414E-B536-ADA8871F0075}" srcOrd="1" destOrd="0" presId="urn:microsoft.com/office/officeart/2018/2/layout/IconLabelList"/>
    <dgm:cxn modelId="{8ECD4B76-2520-455B-AC43-C04136E05ECC}" type="presParOf" srcId="{F116A24A-DE1E-4857-9290-9ABEDF4ECB6D}" destId="{BEEED45D-6E9A-4CF9-BDC3-B9FE7B2B2850}" srcOrd="2" destOrd="0" presId="urn:microsoft.com/office/officeart/2018/2/layout/IconLabelList"/>
    <dgm:cxn modelId="{0140FFF3-EED4-41EA-B184-13277538E058}" type="presParOf" srcId="{BEEED45D-6E9A-4CF9-BDC3-B9FE7B2B2850}" destId="{F3B90A29-9216-42AB-B3C5-D80F6E2A4A88}" srcOrd="0" destOrd="0" presId="urn:microsoft.com/office/officeart/2018/2/layout/IconLabelList"/>
    <dgm:cxn modelId="{69B2D46A-F977-4DEE-9CFE-AF5A1D398055}" type="presParOf" srcId="{BEEED45D-6E9A-4CF9-BDC3-B9FE7B2B2850}" destId="{58828A44-DEE0-44B0-91E5-49AD42522490}" srcOrd="1" destOrd="0" presId="urn:microsoft.com/office/officeart/2018/2/layout/IconLabelList"/>
    <dgm:cxn modelId="{C35CCDC7-4B76-41BE-A4D5-A755A830CA81}" type="presParOf" srcId="{BEEED45D-6E9A-4CF9-BDC3-B9FE7B2B2850}" destId="{216D5DB8-C46D-462D-B7FF-3D78267D4B76}" srcOrd="2" destOrd="0" presId="urn:microsoft.com/office/officeart/2018/2/layout/IconLabelList"/>
    <dgm:cxn modelId="{B43FBD90-06E8-4F7B-913A-6B8CBE52B45F}" type="presParOf" srcId="{F116A24A-DE1E-4857-9290-9ABEDF4ECB6D}" destId="{7DDAD50D-C388-402F-8054-7282DB508ABC}" srcOrd="3" destOrd="0" presId="urn:microsoft.com/office/officeart/2018/2/layout/IconLabelList"/>
    <dgm:cxn modelId="{1DE1167B-7F98-458A-B09D-C30F5FFAD387}" type="presParOf" srcId="{F116A24A-DE1E-4857-9290-9ABEDF4ECB6D}" destId="{F7CAEAA4-B608-4665-B5CD-875127F9C58B}" srcOrd="4" destOrd="0" presId="urn:microsoft.com/office/officeart/2018/2/layout/IconLabelList"/>
    <dgm:cxn modelId="{B0422C8A-748D-412E-9D5E-F8815A15B926}" type="presParOf" srcId="{F7CAEAA4-B608-4665-B5CD-875127F9C58B}" destId="{F2AAF701-A03F-46A8-8311-0C5984DEBD4C}" srcOrd="0" destOrd="0" presId="urn:microsoft.com/office/officeart/2018/2/layout/IconLabelList"/>
    <dgm:cxn modelId="{7511BA14-447C-45E5-A670-67DF7EDC7824}" type="presParOf" srcId="{F7CAEAA4-B608-4665-B5CD-875127F9C58B}" destId="{B11AB43C-0B77-49EA-8999-1DAC947A762D}" srcOrd="1" destOrd="0" presId="urn:microsoft.com/office/officeart/2018/2/layout/IconLabelList"/>
    <dgm:cxn modelId="{4B509060-FF8B-4C52-9938-2EAA373AC9DB}" type="presParOf" srcId="{F7CAEAA4-B608-4665-B5CD-875127F9C58B}" destId="{5F390ACB-0589-4A57-97BE-DAF60B85DDF1}" srcOrd="2" destOrd="0" presId="urn:microsoft.com/office/officeart/2018/2/layout/IconLabelList"/>
    <dgm:cxn modelId="{A26CC8B3-7EFE-44D5-AE6E-F19364A887F6}" type="presParOf" srcId="{F116A24A-DE1E-4857-9290-9ABEDF4ECB6D}" destId="{28AC847D-4C0A-4A2E-8C96-5D9E790C2433}" srcOrd="5" destOrd="0" presId="urn:microsoft.com/office/officeart/2018/2/layout/IconLabelList"/>
    <dgm:cxn modelId="{DA5CEA51-8339-4B04-B99F-6F400F705C92}" type="presParOf" srcId="{F116A24A-DE1E-4857-9290-9ABEDF4ECB6D}" destId="{34C33A5A-2B21-41A1-AD5D-DEC1378491BC}" srcOrd="6" destOrd="0" presId="urn:microsoft.com/office/officeart/2018/2/layout/IconLabelList"/>
    <dgm:cxn modelId="{6057DC22-D438-467A-A463-B82C56B9554D}" type="presParOf" srcId="{34C33A5A-2B21-41A1-AD5D-DEC1378491BC}" destId="{FF488EEE-C768-4F14-967E-A6095014E80C}" srcOrd="0" destOrd="0" presId="urn:microsoft.com/office/officeart/2018/2/layout/IconLabelList"/>
    <dgm:cxn modelId="{FBD4FB12-FB6C-45BC-89B6-4513377D3398}" type="presParOf" srcId="{34C33A5A-2B21-41A1-AD5D-DEC1378491BC}" destId="{B38B15C6-09A4-4595-AAD9-422A1E1B2F69}" srcOrd="1" destOrd="0" presId="urn:microsoft.com/office/officeart/2018/2/layout/IconLabelList"/>
    <dgm:cxn modelId="{F16F8767-176B-4706-A2BC-3969E7F351FA}" type="presParOf" srcId="{34C33A5A-2B21-41A1-AD5D-DEC1378491BC}" destId="{93CC27B1-929A-4CBE-A0B6-DFE56A5C156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498C41B-4165-409A-ADEA-FE7AD0FA245B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F3C3DC6-F898-4AF2-8B49-A479115D5053}">
      <dgm:prSet/>
      <dgm:spPr/>
      <dgm:t>
        <a:bodyPr/>
        <a:lstStyle/>
        <a:p>
          <a:r>
            <a:rPr lang="en-US"/>
            <a:t>Respeito à dignidade da pessoa idosa</a:t>
          </a:r>
        </a:p>
      </dgm:t>
    </dgm:pt>
    <dgm:pt modelId="{8036C1DC-4A2A-41E4-A61F-983A505F45B7}" type="parTrans" cxnId="{605AF71E-11D7-4DA0-BCB0-F8C94475F558}">
      <dgm:prSet/>
      <dgm:spPr/>
      <dgm:t>
        <a:bodyPr/>
        <a:lstStyle/>
        <a:p>
          <a:endParaRPr lang="en-US"/>
        </a:p>
      </dgm:t>
    </dgm:pt>
    <dgm:pt modelId="{51BBE80A-25FC-4714-9427-569FDFC6EDAF}" type="sibTrans" cxnId="{605AF71E-11D7-4DA0-BCB0-F8C94475F558}">
      <dgm:prSet/>
      <dgm:spPr/>
      <dgm:t>
        <a:bodyPr/>
        <a:lstStyle/>
        <a:p>
          <a:endParaRPr lang="en-US"/>
        </a:p>
      </dgm:t>
    </dgm:pt>
    <dgm:pt modelId="{309D11E9-E708-4171-B0EF-3034658BF4B5}">
      <dgm:prSet/>
      <dgm:spPr/>
      <dgm:t>
        <a:bodyPr/>
        <a:lstStyle/>
        <a:p>
          <a:r>
            <a:rPr lang="en-US"/>
            <a:t>Sigilo e responsabilidade</a:t>
          </a:r>
        </a:p>
      </dgm:t>
    </dgm:pt>
    <dgm:pt modelId="{0CD8877F-D819-4701-B2DD-1DBF2DF881B6}" type="parTrans" cxnId="{B6F11143-4677-46DB-8D35-E0B789750E56}">
      <dgm:prSet/>
      <dgm:spPr/>
      <dgm:t>
        <a:bodyPr/>
        <a:lstStyle/>
        <a:p>
          <a:endParaRPr lang="en-US"/>
        </a:p>
      </dgm:t>
    </dgm:pt>
    <dgm:pt modelId="{275F9763-4DE7-4CE9-B8B3-DFB21DC7CF85}" type="sibTrans" cxnId="{B6F11143-4677-46DB-8D35-E0B789750E56}">
      <dgm:prSet/>
      <dgm:spPr/>
      <dgm:t>
        <a:bodyPr/>
        <a:lstStyle/>
        <a:p>
          <a:endParaRPr lang="en-US"/>
        </a:p>
      </dgm:t>
    </dgm:pt>
    <dgm:pt modelId="{8D97CE65-E318-4D59-9DDB-F72806AF7DD7}">
      <dgm:prSet/>
      <dgm:spPr/>
      <dgm:t>
        <a:bodyPr/>
        <a:lstStyle/>
        <a:p>
          <a:r>
            <a:rPr lang="en-US"/>
            <a:t>Compromisso com qualidade e segurança</a:t>
          </a:r>
        </a:p>
      </dgm:t>
    </dgm:pt>
    <dgm:pt modelId="{F1BEC517-F2CE-4D3E-B8AB-D4939D3AE256}" type="parTrans" cxnId="{8247C76C-8762-4FA8-BF16-96A7C83CC714}">
      <dgm:prSet/>
      <dgm:spPr/>
      <dgm:t>
        <a:bodyPr/>
        <a:lstStyle/>
        <a:p>
          <a:endParaRPr lang="en-US"/>
        </a:p>
      </dgm:t>
    </dgm:pt>
    <dgm:pt modelId="{EC719B6A-A6F3-4AE4-A3AA-10E4198D2EA4}" type="sibTrans" cxnId="{8247C76C-8762-4FA8-BF16-96A7C83CC714}">
      <dgm:prSet/>
      <dgm:spPr/>
      <dgm:t>
        <a:bodyPr/>
        <a:lstStyle/>
        <a:p>
          <a:endParaRPr lang="en-US"/>
        </a:p>
      </dgm:t>
    </dgm:pt>
    <dgm:pt modelId="{E02DADB5-D0F9-469E-89AA-81D65A524724}">
      <dgm:prSet/>
      <dgm:spPr/>
      <dgm:t>
        <a:bodyPr/>
        <a:lstStyle/>
        <a:p>
          <a:r>
            <a:rPr lang="en-US"/>
            <a:t>Empatia e humanização no atendimento</a:t>
          </a:r>
        </a:p>
      </dgm:t>
    </dgm:pt>
    <dgm:pt modelId="{6FAB6A0E-AAAD-45B3-9393-96061C306947}" type="parTrans" cxnId="{15545C15-C5FC-4F38-8061-034B91DCB8FB}">
      <dgm:prSet/>
      <dgm:spPr/>
      <dgm:t>
        <a:bodyPr/>
        <a:lstStyle/>
        <a:p>
          <a:endParaRPr lang="en-US"/>
        </a:p>
      </dgm:t>
    </dgm:pt>
    <dgm:pt modelId="{94546DD8-5438-41C5-BDC5-553020484C32}" type="sibTrans" cxnId="{15545C15-C5FC-4F38-8061-034B91DCB8FB}">
      <dgm:prSet/>
      <dgm:spPr/>
      <dgm:t>
        <a:bodyPr/>
        <a:lstStyle/>
        <a:p>
          <a:endParaRPr lang="en-US"/>
        </a:p>
      </dgm:t>
    </dgm:pt>
    <dgm:pt modelId="{6444B4AC-D593-4D4E-9AE8-320A541D233F}" type="pres">
      <dgm:prSet presAssocID="{8498C41B-4165-409A-ADEA-FE7AD0FA245B}" presName="diagram" presStyleCnt="0">
        <dgm:presLayoutVars>
          <dgm:dir/>
          <dgm:resizeHandles val="exact"/>
        </dgm:presLayoutVars>
      </dgm:prSet>
      <dgm:spPr/>
    </dgm:pt>
    <dgm:pt modelId="{3EEBA7A9-6B23-4FB4-A120-1B8E1FF8BDDD}" type="pres">
      <dgm:prSet presAssocID="{3F3C3DC6-F898-4AF2-8B49-A479115D5053}" presName="node" presStyleLbl="node1" presStyleIdx="0" presStyleCnt="4">
        <dgm:presLayoutVars>
          <dgm:bulletEnabled val="1"/>
        </dgm:presLayoutVars>
      </dgm:prSet>
      <dgm:spPr/>
    </dgm:pt>
    <dgm:pt modelId="{C212C7F8-A34B-4472-986A-63A7BF7BB871}" type="pres">
      <dgm:prSet presAssocID="{51BBE80A-25FC-4714-9427-569FDFC6EDAF}" presName="sibTrans" presStyleCnt="0"/>
      <dgm:spPr/>
    </dgm:pt>
    <dgm:pt modelId="{9D3A8173-8A97-4C13-889A-9199A231C95C}" type="pres">
      <dgm:prSet presAssocID="{309D11E9-E708-4171-B0EF-3034658BF4B5}" presName="node" presStyleLbl="node1" presStyleIdx="1" presStyleCnt="4">
        <dgm:presLayoutVars>
          <dgm:bulletEnabled val="1"/>
        </dgm:presLayoutVars>
      </dgm:prSet>
      <dgm:spPr/>
    </dgm:pt>
    <dgm:pt modelId="{B7C6F14A-2B2A-4174-8589-D78147B56EDE}" type="pres">
      <dgm:prSet presAssocID="{275F9763-4DE7-4CE9-B8B3-DFB21DC7CF85}" presName="sibTrans" presStyleCnt="0"/>
      <dgm:spPr/>
    </dgm:pt>
    <dgm:pt modelId="{438000B7-4747-4B42-AC31-C1FED0487810}" type="pres">
      <dgm:prSet presAssocID="{8D97CE65-E318-4D59-9DDB-F72806AF7DD7}" presName="node" presStyleLbl="node1" presStyleIdx="2" presStyleCnt="4">
        <dgm:presLayoutVars>
          <dgm:bulletEnabled val="1"/>
        </dgm:presLayoutVars>
      </dgm:prSet>
      <dgm:spPr/>
    </dgm:pt>
    <dgm:pt modelId="{A717CD2B-5AB1-42C1-9513-88B145ABE3CA}" type="pres">
      <dgm:prSet presAssocID="{EC719B6A-A6F3-4AE4-A3AA-10E4198D2EA4}" presName="sibTrans" presStyleCnt="0"/>
      <dgm:spPr/>
    </dgm:pt>
    <dgm:pt modelId="{5C697C67-4A23-4183-8246-5AD3F483C654}" type="pres">
      <dgm:prSet presAssocID="{E02DADB5-D0F9-469E-89AA-81D65A524724}" presName="node" presStyleLbl="node1" presStyleIdx="3" presStyleCnt="4">
        <dgm:presLayoutVars>
          <dgm:bulletEnabled val="1"/>
        </dgm:presLayoutVars>
      </dgm:prSet>
      <dgm:spPr/>
    </dgm:pt>
  </dgm:ptLst>
  <dgm:cxnLst>
    <dgm:cxn modelId="{8C2CA803-C5C3-47E5-BB52-3AF6D50ACD3A}" type="presOf" srcId="{309D11E9-E708-4171-B0EF-3034658BF4B5}" destId="{9D3A8173-8A97-4C13-889A-9199A231C95C}" srcOrd="0" destOrd="0" presId="urn:microsoft.com/office/officeart/2005/8/layout/default"/>
    <dgm:cxn modelId="{44127C0F-675C-4988-943B-D2B29A23DB18}" type="presOf" srcId="{8D97CE65-E318-4D59-9DDB-F72806AF7DD7}" destId="{438000B7-4747-4B42-AC31-C1FED0487810}" srcOrd="0" destOrd="0" presId="urn:microsoft.com/office/officeart/2005/8/layout/default"/>
    <dgm:cxn modelId="{15545C15-C5FC-4F38-8061-034B91DCB8FB}" srcId="{8498C41B-4165-409A-ADEA-FE7AD0FA245B}" destId="{E02DADB5-D0F9-469E-89AA-81D65A524724}" srcOrd="3" destOrd="0" parTransId="{6FAB6A0E-AAAD-45B3-9393-96061C306947}" sibTransId="{94546DD8-5438-41C5-BDC5-553020484C32}"/>
    <dgm:cxn modelId="{605AF71E-11D7-4DA0-BCB0-F8C94475F558}" srcId="{8498C41B-4165-409A-ADEA-FE7AD0FA245B}" destId="{3F3C3DC6-F898-4AF2-8B49-A479115D5053}" srcOrd="0" destOrd="0" parTransId="{8036C1DC-4A2A-41E4-A61F-983A505F45B7}" sibTransId="{51BBE80A-25FC-4714-9427-569FDFC6EDAF}"/>
    <dgm:cxn modelId="{B6F11143-4677-46DB-8D35-E0B789750E56}" srcId="{8498C41B-4165-409A-ADEA-FE7AD0FA245B}" destId="{309D11E9-E708-4171-B0EF-3034658BF4B5}" srcOrd="1" destOrd="0" parTransId="{0CD8877F-D819-4701-B2DD-1DBF2DF881B6}" sibTransId="{275F9763-4DE7-4CE9-B8B3-DFB21DC7CF85}"/>
    <dgm:cxn modelId="{93507766-A12F-4F4F-A317-B58B05DEE243}" type="presOf" srcId="{E02DADB5-D0F9-469E-89AA-81D65A524724}" destId="{5C697C67-4A23-4183-8246-5AD3F483C654}" srcOrd="0" destOrd="0" presId="urn:microsoft.com/office/officeart/2005/8/layout/default"/>
    <dgm:cxn modelId="{8247C76C-8762-4FA8-BF16-96A7C83CC714}" srcId="{8498C41B-4165-409A-ADEA-FE7AD0FA245B}" destId="{8D97CE65-E318-4D59-9DDB-F72806AF7DD7}" srcOrd="2" destOrd="0" parTransId="{F1BEC517-F2CE-4D3E-B8AB-D4939D3AE256}" sibTransId="{EC719B6A-A6F3-4AE4-A3AA-10E4198D2EA4}"/>
    <dgm:cxn modelId="{7491AA74-6B93-414A-B53B-EE970073376C}" type="presOf" srcId="{8498C41B-4165-409A-ADEA-FE7AD0FA245B}" destId="{6444B4AC-D593-4D4E-9AE8-320A541D233F}" srcOrd="0" destOrd="0" presId="urn:microsoft.com/office/officeart/2005/8/layout/default"/>
    <dgm:cxn modelId="{4C1433F5-E5D3-4E6F-B493-88D2C6DDD7EE}" type="presOf" srcId="{3F3C3DC6-F898-4AF2-8B49-A479115D5053}" destId="{3EEBA7A9-6B23-4FB4-A120-1B8E1FF8BDDD}" srcOrd="0" destOrd="0" presId="urn:microsoft.com/office/officeart/2005/8/layout/default"/>
    <dgm:cxn modelId="{7CE4C798-F0E6-4D5A-B36C-F3EBACC144BF}" type="presParOf" srcId="{6444B4AC-D593-4D4E-9AE8-320A541D233F}" destId="{3EEBA7A9-6B23-4FB4-A120-1B8E1FF8BDDD}" srcOrd="0" destOrd="0" presId="urn:microsoft.com/office/officeart/2005/8/layout/default"/>
    <dgm:cxn modelId="{B905433B-0913-48D2-838A-90A27548AEC8}" type="presParOf" srcId="{6444B4AC-D593-4D4E-9AE8-320A541D233F}" destId="{C212C7F8-A34B-4472-986A-63A7BF7BB871}" srcOrd="1" destOrd="0" presId="urn:microsoft.com/office/officeart/2005/8/layout/default"/>
    <dgm:cxn modelId="{B1BF996B-5E03-452E-90A4-D3CE00BCF8D7}" type="presParOf" srcId="{6444B4AC-D593-4D4E-9AE8-320A541D233F}" destId="{9D3A8173-8A97-4C13-889A-9199A231C95C}" srcOrd="2" destOrd="0" presId="urn:microsoft.com/office/officeart/2005/8/layout/default"/>
    <dgm:cxn modelId="{C3BCE8BB-38E3-47FD-9E4D-A42907075AEF}" type="presParOf" srcId="{6444B4AC-D593-4D4E-9AE8-320A541D233F}" destId="{B7C6F14A-2B2A-4174-8589-D78147B56EDE}" srcOrd="3" destOrd="0" presId="urn:microsoft.com/office/officeart/2005/8/layout/default"/>
    <dgm:cxn modelId="{361F57D7-A923-4DF4-B7C5-D803F181BECE}" type="presParOf" srcId="{6444B4AC-D593-4D4E-9AE8-320A541D233F}" destId="{438000B7-4747-4B42-AC31-C1FED0487810}" srcOrd="4" destOrd="0" presId="urn:microsoft.com/office/officeart/2005/8/layout/default"/>
    <dgm:cxn modelId="{9C20B631-B788-44CC-895F-DA9949237016}" type="presParOf" srcId="{6444B4AC-D593-4D4E-9AE8-320A541D233F}" destId="{A717CD2B-5AB1-42C1-9513-88B145ABE3CA}" srcOrd="5" destOrd="0" presId="urn:microsoft.com/office/officeart/2005/8/layout/default"/>
    <dgm:cxn modelId="{E1DF40F5-3E7B-4DE0-B237-05355B8B12AB}" type="presParOf" srcId="{6444B4AC-D593-4D4E-9AE8-320A541D233F}" destId="{5C697C67-4A23-4183-8246-5AD3F483C654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4036320A-3CC5-4A1A-A764-6938465775A2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DAC57182-F037-45A4-8B86-5379DA8F1A09}">
      <dgm:prSet/>
      <dgm:spPr/>
      <dgm:t>
        <a:bodyPr/>
        <a:lstStyle/>
        <a:p>
          <a:r>
            <a:rPr lang="en-US"/>
            <a:t>Definir objetivos</a:t>
          </a:r>
        </a:p>
      </dgm:t>
    </dgm:pt>
    <dgm:pt modelId="{8B136383-4024-48D7-95F6-4B6A1D5BAEED}" type="parTrans" cxnId="{EA47F80A-D751-4648-BC49-A912D59E6E67}">
      <dgm:prSet/>
      <dgm:spPr/>
      <dgm:t>
        <a:bodyPr/>
        <a:lstStyle/>
        <a:p>
          <a:endParaRPr lang="en-US"/>
        </a:p>
      </dgm:t>
    </dgm:pt>
    <dgm:pt modelId="{B49CAA2F-6F87-4198-8B32-0A3E460C468A}" type="sibTrans" cxnId="{EA47F80A-D751-4648-BC49-A912D59E6E67}">
      <dgm:prSet/>
      <dgm:spPr/>
      <dgm:t>
        <a:bodyPr/>
        <a:lstStyle/>
        <a:p>
          <a:endParaRPr lang="en-US"/>
        </a:p>
      </dgm:t>
    </dgm:pt>
    <dgm:pt modelId="{524C3304-C45E-4B94-A05A-E5AAECED7AFB}">
      <dgm:prSet/>
      <dgm:spPr/>
      <dgm:t>
        <a:bodyPr/>
        <a:lstStyle/>
        <a:p>
          <a:r>
            <a:rPr lang="en-US"/>
            <a:t>Organizar custos e receitas</a:t>
          </a:r>
        </a:p>
      </dgm:t>
    </dgm:pt>
    <dgm:pt modelId="{2DBEF90C-5C6A-422B-8F20-8E5C143F7A48}" type="parTrans" cxnId="{AC10819C-1A33-413D-A0DA-3C80AADA4FD0}">
      <dgm:prSet/>
      <dgm:spPr/>
      <dgm:t>
        <a:bodyPr/>
        <a:lstStyle/>
        <a:p>
          <a:endParaRPr lang="en-US"/>
        </a:p>
      </dgm:t>
    </dgm:pt>
    <dgm:pt modelId="{F5B2124F-3291-44F6-B165-257C2761C3D8}" type="sibTrans" cxnId="{AC10819C-1A33-413D-A0DA-3C80AADA4FD0}">
      <dgm:prSet/>
      <dgm:spPr/>
      <dgm:t>
        <a:bodyPr/>
        <a:lstStyle/>
        <a:p>
          <a:endParaRPr lang="en-US"/>
        </a:p>
      </dgm:t>
    </dgm:pt>
    <dgm:pt modelId="{BA3A9A4A-A0B1-49AE-AF6A-BA115863D5A5}">
      <dgm:prSet/>
      <dgm:spPr/>
      <dgm:t>
        <a:bodyPr/>
        <a:lstStyle/>
        <a:p>
          <a:r>
            <a:rPr lang="en-US"/>
            <a:t>Divulgar serviços</a:t>
          </a:r>
        </a:p>
      </dgm:t>
    </dgm:pt>
    <dgm:pt modelId="{1591D33B-479B-43C5-B4DA-4B55536C0007}" type="parTrans" cxnId="{059763DB-3C1B-4B7D-AA61-6E9636865AA6}">
      <dgm:prSet/>
      <dgm:spPr/>
      <dgm:t>
        <a:bodyPr/>
        <a:lstStyle/>
        <a:p>
          <a:endParaRPr lang="en-US"/>
        </a:p>
      </dgm:t>
    </dgm:pt>
    <dgm:pt modelId="{FA31C374-1569-4F6E-8DFD-C36353C2E48D}" type="sibTrans" cxnId="{059763DB-3C1B-4B7D-AA61-6E9636865AA6}">
      <dgm:prSet/>
      <dgm:spPr/>
      <dgm:t>
        <a:bodyPr/>
        <a:lstStyle/>
        <a:p>
          <a:endParaRPr lang="en-US"/>
        </a:p>
      </dgm:t>
    </dgm:pt>
    <dgm:pt modelId="{AB5E2CAA-668D-4419-947B-379370829400}">
      <dgm:prSet/>
      <dgm:spPr/>
      <dgm:t>
        <a:bodyPr/>
        <a:lstStyle/>
        <a:p>
          <a:r>
            <a:rPr lang="en-US"/>
            <a:t>Investir em capacitação</a:t>
          </a:r>
        </a:p>
      </dgm:t>
    </dgm:pt>
    <dgm:pt modelId="{27120F58-C6AE-4566-87BD-FBFF8678FD11}" type="parTrans" cxnId="{2F6631DD-EE06-4939-AFF4-8A836B0AB80D}">
      <dgm:prSet/>
      <dgm:spPr/>
      <dgm:t>
        <a:bodyPr/>
        <a:lstStyle/>
        <a:p>
          <a:endParaRPr lang="en-US"/>
        </a:p>
      </dgm:t>
    </dgm:pt>
    <dgm:pt modelId="{83CE94FF-363A-4836-8447-926988A8AA9D}" type="sibTrans" cxnId="{2F6631DD-EE06-4939-AFF4-8A836B0AB80D}">
      <dgm:prSet/>
      <dgm:spPr/>
      <dgm:t>
        <a:bodyPr/>
        <a:lstStyle/>
        <a:p>
          <a:endParaRPr lang="en-US"/>
        </a:p>
      </dgm:t>
    </dgm:pt>
    <dgm:pt modelId="{85F7EBF5-E79F-4EAB-A2C5-B113BE9061E5}">
      <dgm:prSet/>
      <dgm:spPr/>
      <dgm:t>
        <a:bodyPr/>
        <a:lstStyle/>
        <a:p>
          <a:r>
            <a:rPr lang="en-US"/>
            <a:t>Construir rede de contatos</a:t>
          </a:r>
        </a:p>
      </dgm:t>
    </dgm:pt>
    <dgm:pt modelId="{EE004930-D621-4F73-A0C4-42D2B4009FA6}" type="parTrans" cxnId="{7507C20B-2D13-4590-BDE4-EFC5DCC56A1D}">
      <dgm:prSet/>
      <dgm:spPr/>
      <dgm:t>
        <a:bodyPr/>
        <a:lstStyle/>
        <a:p>
          <a:endParaRPr lang="en-US"/>
        </a:p>
      </dgm:t>
    </dgm:pt>
    <dgm:pt modelId="{B75252EF-507A-4310-B375-83E35899D755}" type="sibTrans" cxnId="{7507C20B-2D13-4590-BDE4-EFC5DCC56A1D}">
      <dgm:prSet/>
      <dgm:spPr/>
      <dgm:t>
        <a:bodyPr/>
        <a:lstStyle/>
        <a:p>
          <a:endParaRPr lang="en-US"/>
        </a:p>
      </dgm:t>
    </dgm:pt>
    <dgm:pt modelId="{23429C0E-3BF8-4C7D-B774-EEF8D5928293}" type="pres">
      <dgm:prSet presAssocID="{4036320A-3CC5-4A1A-A764-6938465775A2}" presName="root" presStyleCnt="0">
        <dgm:presLayoutVars>
          <dgm:dir/>
          <dgm:resizeHandles val="exact"/>
        </dgm:presLayoutVars>
      </dgm:prSet>
      <dgm:spPr/>
    </dgm:pt>
    <dgm:pt modelId="{7115EDA5-891A-4098-9309-C84F6074698E}" type="pres">
      <dgm:prSet presAssocID="{DAC57182-F037-45A4-8B86-5379DA8F1A09}" presName="compNode" presStyleCnt="0"/>
      <dgm:spPr/>
    </dgm:pt>
    <dgm:pt modelId="{6AEC9E98-729F-4004-9E3A-C7C9D93BC053}" type="pres">
      <dgm:prSet presAssocID="{DAC57182-F037-45A4-8B86-5379DA8F1A09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a mosca"/>
        </a:ext>
      </dgm:extLst>
    </dgm:pt>
    <dgm:pt modelId="{6B73AAD3-4E0D-4812-90EB-2A2B26548A6E}" type="pres">
      <dgm:prSet presAssocID="{DAC57182-F037-45A4-8B86-5379DA8F1A09}" presName="spaceRect" presStyleCnt="0"/>
      <dgm:spPr/>
    </dgm:pt>
    <dgm:pt modelId="{6847CCB6-280E-484F-B3C3-B53CF1845A22}" type="pres">
      <dgm:prSet presAssocID="{DAC57182-F037-45A4-8B86-5379DA8F1A09}" presName="textRect" presStyleLbl="revTx" presStyleIdx="0" presStyleCnt="5">
        <dgm:presLayoutVars>
          <dgm:chMax val="1"/>
          <dgm:chPref val="1"/>
        </dgm:presLayoutVars>
      </dgm:prSet>
      <dgm:spPr/>
    </dgm:pt>
    <dgm:pt modelId="{9000D251-FC61-4642-ABC3-6821887FC5B9}" type="pres">
      <dgm:prSet presAssocID="{B49CAA2F-6F87-4198-8B32-0A3E460C468A}" presName="sibTrans" presStyleCnt="0"/>
      <dgm:spPr/>
    </dgm:pt>
    <dgm:pt modelId="{F19A6364-CDF8-4ADF-95BE-348AE1DAE391}" type="pres">
      <dgm:prSet presAssocID="{524C3304-C45E-4B94-A05A-E5AAECED7AFB}" presName="compNode" presStyleCnt="0"/>
      <dgm:spPr/>
    </dgm:pt>
    <dgm:pt modelId="{23ECA683-E67F-44CB-B5A6-1B4525906237}" type="pres">
      <dgm:prSet presAssocID="{524C3304-C45E-4B94-A05A-E5AAECED7AFB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nheiro"/>
        </a:ext>
      </dgm:extLst>
    </dgm:pt>
    <dgm:pt modelId="{E7917560-40CC-4715-8C95-D5E202EF96A2}" type="pres">
      <dgm:prSet presAssocID="{524C3304-C45E-4B94-A05A-E5AAECED7AFB}" presName="spaceRect" presStyleCnt="0"/>
      <dgm:spPr/>
    </dgm:pt>
    <dgm:pt modelId="{BBE08F08-DD08-4A6C-A11C-3A6A058CB0FE}" type="pres">
      <dgm:prSet presAssocID="{524C3304-C45E-4B94-A05A-E5AAECED7AFB}" presName="textRect" presStyleLbl="revTx" presStyleIdx="1" presStyleCnt="5">
        <dgm:presLayoutVars>
          <dgm:chMax val="1"/>
          <dgm:chPref val="1"/>
        </dgm:presLayoutVars>
      </dgm:prSet>
      <dgm:spPr/>
    </dgm:pt>
    <dgm:pt modelId="{999BCD82-4D88-4ECD-B3D9-717D1C14CD2D}" type="pres">
      <dgm:prSet presAssocID="{F5B2124F-3291-44F6-B165-257C2761C3D8}" presName="sibTrans" presStyleCnt="0"/>
      <dgm:spPr/>
    </dgm:pt>
    <dgm:pt modelId="{7B3F2BB5-342F-42D5-9D88-2F4012BEA9C7}" type="pres">
      <dgm:prSet presAssocID="{BA3A9A4A-A0B1-49AE-AF6A-BA115863D5A5}" presName="compNode" presStyleCnt="0"/>
      <dgm:spPr/>
    </dgm:pt>
    <dgm:pt modelId="{5034815F-9E28-482D-AB43-138CEC7041B2}" type="pres">
      <dgm:prSet presAssocID="{BA3A9A4A-A0B1-49AE-AF6A-BA115863D5A5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2F3A36A4-E87E-4C1B-B244-07C7A84C4AC0}" type="pres">
      <dgm:prSet presAssocID="{BA3A9A4A-A0B1-49AE-AF6A-BA115863D5A5}" presName="spaceRect" presStyleCnt="0"/>
      <dgm:spPr/>
    </dgm:pt>
    <dgm:pt modelId="{99D6690F-048A-42F8-AF94-546EBE7E3FB4}" type="pres">
      <dgm:prSet presAssocID="{BA3A9A4A-A0B1-49AE-AF6A-BA115863D5A5}" presName="textRect" presStyleLbl="revTx" presStyleIdx="2" presStyleCnt="5">
        <dgm:presLayoutVars>
          <dgm:chMax val="1"/>
          <dgm:chPref val="1"/>
        </dgm:presLayoutVars>
      </dgm:prSet>
      <dgm:spPr/>
    </dgm:pt>
    <dgm:pt modelId="{A867E0EE-CFF0-4C47-8889-6CF90C5F4E8E}" type="pres">
      <dgm:prSet presAssocID="{FA31C374-1569-4F6E-8DFD-C36353C2E48D}" presName="sibTrans" presStyleCnt="0"/>
      <dgm:spPr/>
    </dgm:pt>
    <dgm:pt modelId="{B1070077-DBAA-4B4B-96BC-8D3105C7F9C5}" type="pres">
      <dgm:prSet presAssocID="{AB5E2CAA-668D-4419-947B-379370829400}" presName="compNode" presStyleCnt="0"/>
      <dgm:spPr/>
    </dgm:pt>
    <dgm:pt modelId="{AAE1E8D3-5C89-494A-8C94-C04C66A61A16}" type="pres">
      <dgm:prSet presAssocID="{AB5E2CAA-668D-4419-947B-379370829400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296D2D26-5893-4A32-B202-D28AEC9589D0}" type="pres">
      <dgm:prSet presAssocID="{AB5E2CAA-668D-4419-947B-379370829400}" presName="spaceRect" presStyleCnt="0"/>
      <dgm:spPr/>
    </dgm:pt>
    <dgm:pt modelId="{692055A0-5C96-4017-BB1E-F8D0D15E11E7}" type="pres">
      <dgm:prSet presAssocID="{AB5E2CAA-668D-4419-947B-379370829400}" presName="textRect" presStyleLbl="revTx" presStyleIdx="3" presStyleCnt="5">
        <dgm:presLayoutVars>
          <dgm:chMax val="1"/>
          <dgm:chPref val="1"/>
        </dgm:presLayoutVars>
      </dgm:prSet>
      <dgm:spPr/>
    </dgm:pt>
    <dgm:pt modelId="{DD59A999-2020-40A7-9B92-AA4968A6A8B8}" type="pres">
      <dgm:prSet presAssocID="{83CE94FF-363A-4836-8447-926988A8AA9D}" presName="sibTrans" presStyleCnt="0"/>
      <dgm:spPr/>
    </dgm:pt>
    <dgm:pt modelId="{711BC961-97F4-480A-B3DF-D09EBE0BA61B}" type="pres">
      <dgm:prSet presAssocID="{85F7EBF5-E79F-4EAB-A2C5-B113BE9061E5}" presName="compNode" presStyleCnt="0"/>
      <dgm:spPr/>
    </dgm:pt>
    <dgm:pt modelId="{96541606-1D8B-4E4C-B638-95B27E6830AB}" type="pres">
      <dgm:prSet presAssocID="{85F7EBF5-E79F-4EAB-A2C5-B113BE9061E5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perto de mão"/>
        </a:ext>
      </dgm:extLst>
    </dgm:pt>
    <dgm:pt modelId="{F70B7820-87F2-4663-B33D-536B8AD6CC96}" type="pres">
      <dgm:prSet presAssocID="{85F7EBF5-E79F-4EAB-A2C5-B113BE9061E5}" presName="spaceRect" presStyleCnt="0"/>
      <dgm:spPr/>
    </dgm:pt>
    <dgm:pt modelId="{D699B32A-A2E3-4F4F-BF07-FE7BCC5A8695}" type="pres">
      <dgm:prSet presAssocID="{85F7EBF5-E79F-4EAB-A2C5-B113BE9061E5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EA47F80A-D751-4648-BC49-A912D59E6E67}" srcId="{4036320A-3CC5-4A1A-A764-6938465775A2}" destId="{DAC57182-F037-45A4-8B86-5379DA8F1A09}" srcOrd="0" destOrd="0" parTransId="{8B136383-4024-48D7-95F6-4B6A1D5BAEED}" sibTransId="{B49CAA2F-6F87-4198-8B32-0A3E460C468A}"/>
    <dgm:cxn modelId="{7507C20B-2D13-4590-BDE4-EFC5DCC56A1D}" srcId="{4036320A-3CC5-4A1A-A764-6938465775A2}" destId="{85F7EBF5-E79F-4EAB-A2C5-B113BE9061E5}" srcOrd="4" destOrd="0" parTransId="{EE004930-D621-4F73-A0C4-42D2B4009FA6}" sibTransId="{B75252EF-507A-4310-B375-83E35899D755}"/>
    <dgm:cxn modelId="{7AD66198-C4E4-48FD-B956-E536D139828F}" type="presOf" srcId="{524C3304-C45E-4B94-A05A-E5AAECED7AFB}" destId="{BBE08F08-DD08-4A6C-A11C-3A6A058CB0FE}" srcOrd="0" destOrd="0" presId="urn:microsoft.com/office/officeart/2018/2/layout/IconLabelList"/>
    <dgm:cxn modelId="{AC10819C-1A33-413D-A0DA-3C80AADA4FD0}" srcId="{4036320A-3CC5-4A1A-A764-6938465775A2}" destId="{524C3304-C45E-4B94-A05A-E5AAECED7AFB}" srcOrd="1" destOrd="0" parTransId="{2DBEF90C-5C6A-422B-8F20-8E5C143F7A48}" sibTransId="{F5B2124F-3291-44F6-B165-257C2761C3D8}"/>
    <dgm:cxn modelId="{C5EF109D-E554-4FD1-87B0-FB4A80EA9C05}" type="presOf" srcId="{85F7EBF5-E79F-4EAB-A2C5-B113BE9061E5}" destId="{D699B32A-A2E3-4F4F-BF07-FE7BCC5A8695}" srcOrd="0" destOrd="0" presId="urn:microsoft.com/office/officeart/2018/2/layout/IconLabelList"/>
    <dgm:cxn modelId="{7FAC4CAD-8656-4264-9F5D-44E0DCC54D86}" type="presOf" srcId="{4036320A-3CC5-4A1A-A764-6938465775A2}" destId="{23429C0E-3BF8-4C7D-B774-EEF8D5928293}" srcOrd="0" destOrd="0" presId="urn:microsoft.com/office/officeart/2018/2/layout/IconLabelList"/>
    <dgm:cxn modelId="{D9A15BB7-5B66-4CC5-A431-91BF9D1B4244}" type="presOf" srcId="{DAC57182-F037-45A4-8B86-5379DA8F1A09}" destId="{6847CCB6-280E-484F-B3C3-B53CF1845A22}" srcOrd="0" destOrd="0" presId="urn:microsoft.com/office/officeart/2018/2/layout/IconLabelList"/>
    <dgm:cxn modelId="{059763DB-3C1B-4B7D-AA61-6E9636865AA6}" srcId="{4036320A-3CC5-4A1A-A764-6938465775A2}" destId="{BA3A9A4A-A0B1-49AE-AF6A-BA115863D5A5}" srcOrd="2" destOrd="0" parTransId="{1591D33B-479B-43C5-B4DA-4B55536C0007}" sibTransId="{FA31C374-1569-4F6E-8DFD-C36353C2E48D}"/>
    <dgm:cxn modelId="{2F6631DD-EE06-4939-AFF4-8A836B0AB80D}" srcId="{4036320A-3CC5-4A1A-A764-6938465775A2}" destId="{AB5E2CAA-668D-4419-947B-379370829400}" srcOrd="3" destOrd="0" parTransId="{27120F58-C6AE-4566-87BD-FBFF8678FD11}" sibTransId="{83CE94FF-363A-4836-8447-926988A8AA9D}"/>
    <dgm:cxn modelId="{B9EEACED-C640-4A99-8A7C-C50D6EAE9208}" type="presOf" srcId="{AB5E2CAA-668D-4419-947B-379370829400}" destId="{692055A0-5C96-4017-BB1E-F8D0D15E11E7}" srcOrd="0" destOrd="0" presId="urn:microsoft.com/office/officeart/2018/2/layout/IconLabelList"/>
    <dgm:cxn modelId="{630A6BFE-2A9D-4FF4-B145-3EC4184461E4}" type="presOf" srcId="{BA3A9A4A-A0B1-49AE-AF6A-BA115863D5A5}" destId="{99D6690F-048A-42F8-AF94-546EBE7E3FB4}" srcOrd="0" destOrd="0" presId="urn:microsoft.com/office/officeart/2018/2/layout/IconLabelList"/>
    <dgm:cxn modelId="{5D8910A5-E757-4B4C-8F73-928386B399EC}" type="presParOf" srcId="{23429C0E-3BF8-4C7D-B774-EEF8D5928293}" destId="{7115EDA5-891A-4098-9309-C84F6074698E}" srcOrd="0" destOrd="0" presId="urn:microsoft.com/office/officeart/2018/2/layout/IconLabelList"/>
    <dgm:cxn modelId="{7BA302C7-690F-41F4-AFFE-DC480013BB5D}" type="presParOf" srcId="{7115EDA5-891A-4098-9309-C84F6074698E}" destId="{6AEC9E98-729F-4004-9E3A-C7C9D93BC053}" srcOrd="0" destOrd="0" presId="urn:microsoft.com/office/officeart/2018/2/layout/IconLabelList"/>
    <dgm:cxn modelId="{7AC7108D-ED30-4012-BA64-28F99E8903F3}" type="presParOf" srcId="{7115EDA5-891A-4098-9309-C84F6074698E}" destId="{6B73AAD3-4E0D-4812-90EB-2A2B26548A6E}" srcOrd="1" destOrd="0" presId="urn:microsoft.com/office/officeart/2018/2/layout/IconLabelList"/>
    <dgm:cxn modelId="{361AEABF-6631-4718-BA7A-30B71C5CF7B2}" type="presParOf" srcId="{7115EDA5-891A-4098-9309-C84F6074698E}" destId="{6847CCB6-280E-484F-B3C3-B53CF1845A22}" srcOrd="2" destOrd="0" presId="urn:microsoft.com/office/officeart/2018/2/layout/IconLabelList"/>
    <dgm:cxn modelId="{EA591F51-6612-4161-9931-C298A1599A0D}" type="presParOf" srcId="{23429C0E-3BF8-4C7D-B774-EEF8D5928293}" destId="{9000D251-FC61-4642-ABC3-6821887FC5B9}" srcOrd="1" destOrd="0" presId="urn:microsoft.com/office/officeart/2018/2/layout/IconLabelList"/>
    <dgm:cxn modelId="{7CDCF7E9-734D-4D40-AB7E-7F656A152E0E}" type="presParOf" srcId="{23429C0E-3BF8-4C7D-B774-EEF8D5928293}" destId="{F19A6364-CDF8-4ADF-95BE-348AE1DAE391}" srcOrd="2" destOrd="0" presId="urn:microsoft.com/office/officeart/2018/2/layout/IconLabelList"/>
    <dgm:cxn modelId="{A3EE1736-899E-41BD-99E1-D6189B498454}" type="presParOf" srcId="{F19A6364-CDF8-4ADF-95BE-348AE1DAE391}" destId="{23ECA683-E67F-44CB-B5A6-1B4525906237}" srcOrd="0" destOrd="0" presId="urn:microsoft.com/office/officeart/2018/2/layout/IconLabelList"/>
    <dgm:cxn modelId="{18F60FD3-267A-423D-951C-2B36247FC185}" type="presParOf" srcId="{F19A6364-CDF8-4ADF-95BE-348AE1DAE391}" destId="{E7917560-40CC-4715-8C95-D5E202EF96A2}" srcOrd="1" destOrd="0" presId="urn:microsoft.com/office/officeart/2018/2/layout/IconLabelList"/>
    <dgm:cxn modelId="{83505DA1-EA60-4FFB-A3BD-809936782AF2}" type="presParOf" srcId="{F19A6364-CDF8-4ADF-95BE-348AE1DAE391}" destId="{BBE08F08-DD08-4A6C-A11C-3A6A058CB0FE}" srcOrd="2" destOrd="0" presId="urn:microsoft.com/office/officeart/2018/2/layout/IconLabelList"/>
    <dgm:cxn modelId="{10AC2BF6-428F-47E1-8405-D0EAF37394F4}" type="presParOf" srcId="{23429C0E-3BF8-4C7D-B774-EEF8D5928293}" destId="{999BCD82-4D88-4ECD-B3D9-717D1C14CD2D}" srcOrd="3" destOrd="0" presId="urn:microsoft.com/office/officeart/2018/2/layout/IconLabelList"/>
    <dgm:cxn modelId="{773327A9-E2E2-4768-8D32-97A0E061987D}" type="presParOf" srcId="{23429C0E-3BF8-4C7D-B774-EEF8D5928293}" destId="{7B3F2BB5-342F-42D5-9D88-2F4012BEA9C7}" srcOrd="4" destOrd="0" presId="urn:microsoft.com/office/officeart/2018/2/layout/IconLabelList"/>
    <dgm:cxn modelId="{F9D0480C-68F6-461A-A313-95E7290C4968}" type="presParOf" srcId="{7B3F2BB5-342F-42D5-9D88-2F4012BEA9C7}" destId="{5034815F-9E28-482D-AB43-138CEC7041B2}" srcOrd="0" destOrd="0" presId="urn:microsoft.com/office/officeart/2018/2/layout/IconLabelList"/>
    <dgm:cxn modelId="{D2AF4C45-8093-4E37-94DE-280A6EA53EC3}" type="presParOf" srcId="{7B3F2BB5-342F-42D5-9D88-2F4012BEA9C7}" destId="{2F3A36A4-E87E-4C1B-B244-07C7A84C4AC0}" srcOrd="1" destOrd="0" presId="urn:microsoft.com/office/officeart/2018/2/layout/IconLabelList"/>
    <dgm:cxn modelId="{1CF09631-8194-4D70-9658-18F15DE0750D}" type="presParOf" srcId="{7B3F2BB5-342F-42D5-9D88-2F4012BEA9C7}" destId="{99D6690F-048A-42F8-AF94-546EBE7E3FB4}" srcOrd="2" destOrd="0" presId="urn:microsoft.com/office/officeart/2018/2/layout/IconLabelList"/>
    <dgm:cxn modelId="{7FBA9E38-F1CC-4D5E-834D-3A245619D85E}" type="presParOf" srcId="{23429C0E-3BF8-4C7D-B774-EEF8D5928293}" destId="{A867E0EE-CFF0-4C47-8889-6CF90C5F4E8E}" srcOrd="5" destOrd="0" presId="urn:microsoft.com/office/officeart/2018/2/layout/IconLabelList"/>
    <dgm:cxn modelId="{DE328446-2601-483A-B919-07DD83AA23D3}" type="presParOf" srcId="{23429C0E-3BF8-4C7D-B774-EEF8D5928293}" destId="{B1070077-DBAA-4B4B-96BC-8D3105C7F9C5}" srcOrd="6" destOrd="0" presId="urn:microsoft.com/office/officeart/2018/2/layout/IconLabelList"/>
    <dgm:cxn modelId="{B55BCC94-424D-47D7-B717-9E5DAE94ACAA}" type="presParOf" srcId="{B1070077-DBAA-4B4B-96BC-8D3105C7F9C5}" destId="{AAE1E8D3-5C89-494A-8C94-C04C66A61A16}" srcOrd="0" destOrd="0" presId="urn:microsoft.com/office/officeart/2018/2/layout/IconLabelList"/>
    <dgm:cxn modelId="{A40C1D38-ADC4-48FD-9036-2E0FED7AF600}" type="presParOf" srcId="{B1070077-DBAA-4B4B-96BC-8D3105C7F9C5}" destId="{296D2D26-5893-4A32-B202-D28AEC9589D0}" srcOrd="1" destOrd="0" presId="urn:microsoft.com/office/officeart/2018/2/layout/IconLabelList"/>
    <dgm:cxn modelId="{B6C54E86-4BBE-45B7-8057-43E9658685EE}" type="presParOf" srcId="{B1070077-DBAA-4B4B-96BC-8D3105C7F9C5}" destId="{692055A0-5C96-4017-BB1E-F8D0D15E11E7}" srcOrd="2" destOrd="0" presId="urn:microsoft.com/office/officeart/2018/2/layout/IconLabelList"/>
    <dgm:cxn modelId="{71418DEB-B355-4B0B-BE83-32828F57E126}" type="presParOf" srcId="{23429C0E-3BF8-4C7D-B774-EEF8D5928293}" destId="{DD59A999-2020-40A7-9B92-AA4968A6A8B8}" srcOrd="7" destOrd="0" presId="urn:microsoft.com/office/officeart/2018/2/layout/IconLabelList"/>
    <dgm:cxn modelId="{499BDF56-4B40-4711-8E2E-E440B4FBC89C}" type="presParOf" srcId="{23429C0E-3BF8-4C7D-B774-EEF8D5928293}" destId="{711BC961-97F4-480A-B3DF-D09EBE0BA61B}" srcOrd="8" destOrd="0" presId="urn:microsoft.com/office/officeart/2018/2/layout/IconLabelList"/>
    <dgm:cxn modelId="{084E0FD0-34D2-470B-B4B6-E4579AFE5CDF}" type="presParOf" srcId="{711BC961-97F4-480A-B3DF-D09EBE0BA61B}" destId="{96541606-1D8B-4E4C-B638-95B27E6830AB}" srcOrd="0" destOrd="0" presId="urn:microsoft.com/office/officeart/2018/2/layout/IconLabelList"/>
    <dgm:cxn modelId="{BAD160E8-6087-4193-8675-4A2A2C69A015}" type="presParOf" srcId="{711BC961-97F4-480A-B3DF-D09EBE0BA61B}" destId="{F70B7820-87F2-4663-B33D-536B8AD6CC96}" srcOrd="1" destOrd="0" presId="urn:microsoft.com/office/officeart/2018/2/layout/IconLabelList"/>
    <dgm:cxn modelId="{319CDEF7-F202-4A94-9077-44D1C9BD1EFC}" type="presParOf" srcId="{711BC961-97F4-480A-B3DF-D09EBE0BA61B}" destId="{D699B32A-A2E3-4F4F-BF07-FE7BCC5A869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2EEC2189-ACD9-43F9-9B11-CAB2AC8F577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95FB8B6F-46DF-4C62-8420-AF316530E1FE}">
      <dgm:prSet/>
      <dgm:spPr/>
      <dgm:t>
        <a:bodyPr/>
        <a:lstStyle/>
        <a:p>
          <a:pPr>
            <a:defRPr cap="all"/>
          </a:pPr>
          <a:r>
            <a:rPr lang="en-US"/>
            <a:t>Imagine um grupo de 5 cuidadores da mesma cidade</a:t>
          </a:r>
        </a:p>
      </dgm:t>
    </dgm:pt>
    <dgm:pt modelId="{E2BF3A50-1B28-49BB-B075-5423C0F7694C}" type="parTrans" cxnId="{15FA5236-0670-4715-B051-B025F710794E}">
      <dgm:prSet/>
      <dgm:spPr/>
      <dgm:t>
        <a:bodyPr/>
        <a:lstStyle/>
        <a:p>
          <a:endParaRPr lang="en-US"/>
        </a:p>
      </dgm:t>
    </dgm:pt>
    <dgm:pt modelId="{BA4A24FF-BBB8-4C26-A3F3-38152B05CDF7}" type="sibTrans" cxnId="{15FA5236-0670-4715-B051-B025F710794E}">
      <dgm:prSet/>
      <dgm:spPr/>
      <dgm:t>
        <a:bodyPr/>
        <a:lstStyle/>
        <a:p>
          <a:endParaRPr lang="en-US"/>
        </a:p>
      </dgm:t>
    </dgm:pt>
    <dgm:pt modelId="{61050508-C93E-4C39-A99B-98801B15029F}">
      <dgm:prSet/>
      <dgm:spPr/>
      <dgm:t>
        <a:bodyPr/>
        <a:lstStyle/>
        <a:p>
          <a:pPr>
            <a:defRPr cap="all"/>
          </a:pPr>
          <a:r>
            <a:rPr lang="en-US"/>
            <a:t>Como eles poderiam atuar em associação ou cooperativa?</a:t>
          </a:r>
        </a:p>
      </dgm:t>
    </dgm:pt>
    <dgm:pt modelId="{6F0157B7-AD12-4AE2-84E3-236E4CAC71DF}" type="parTrans" cxnId="{D6BD5C65-5650-429A-B15E-7B793ED90231}">
      <dgm:prSet/>
      <dgm:spPr/>
      <dgm:t>
        <a:bodyPr/>
        <a:lstStyle/>
        <a:p>
          <a:endParaRPr lang="en-US"/>
        </a:p>
      </dgm:t>
    </dgm:pt>
    <dgm:pt modelId="{19885F3C-084F-4958-95C9-9AD5544D309A}" type="sibTrans" cxnId="{D6BD5C65-5650-429A-B15E-7B793ED90231}">
      <dgm:prSet/>
      <dgm:spPr/>
      <dgm:t>
        <a:bodyPr/>
        <a:lstStyle/>
        <a:p>
          <a:endParaRPr lang="en-US"/>
        </a:p>
      </dgm:t>
    </dgm:pt>
    <dgm:pt modelId="{948A9D72-6498-4E97-800B-8BEB7541A626}">
      <dgm:prSet/>
      <dgm:spPr/>
      <dgm:t>
        <a:bodyPr/>
        <a:lstStyle/>
        <a:p>
          <a:pPr>
            <a:defRPr cap="all"/>
          </a:pPr>
          <a:r>
            <a:rPr lang="en-US"/>
            <a:t>Quais vantagens e desafios existiriam?</a:t>
          </a:r>
        </a:p>
      </dgm:t>
    </dgm:pt>
    <dgm:pt modelId="{59635AEF-CCF3-422F-AFE8-CE376878A287}" type="parTrans" cxnId="{FB81EBF7-DAF3-4814-AB00-E83BB669C315}">
      <dgm:prSet/>
      <dgm:spPr/>
      <dgm:t>
        <a:bodyPr/>
        <a:lstStyle/>
        <a:p>
          <a:endParaRPr lang="en-US"/>
        </a:p>
      </dgm:t>
    </dgm:pt>
    <dgm:pt modelId="{B0CAB313-FE86-41D2-AAD4-17EA6ED0D1CA}" type="sibTrans" cxnId="{FB81EBF7-DAF3-4814-AB00-E83BB669C315}">
      <dgm:prSet/>
      <dgm:spPr/>
      <dgm:t>
        <a:bodyPr/>
        <a:lstStyle/>
        <a:p>
          <a:endParaRPr lang="en-US"/>
        </a:p>
      </dgm:t>
    </dgm:pt>
    <dgm:pt modelId="{20AD5BF0-7B5F-45E6-A715-20FA95E4AFE7}" type="pres">
      <dgm:prSet presAssocID="{2EEC2189-ACD9-43F9-9B11-CAB2AC8F577C}" presName="root" presStyleCnt="0">
        <dgm:presLayoutVars>
          <dgm:dir/>
          <dgm:resizeHandles val="exact"/>
        </dgm:presLayoutVars>
      </dgm:prSet>
      <dgm:spPr/>
    </dgm:pt>
    <dgm:pt modelId="{24BFF93B-C752-4A12-A909-D9B461BBBE8E}" type="pres">
      <dgm:prSet presAssocID="{95FB8B6F-46DF-4C62-8420-AF316530E1FE}" presName="compNode" presStyleCnt="0"/>
      <dgm:spPr/>
    </dgm:pt>
    <dgm:pt modelId="{2197392C-BD52-42CA-9617-56BFEDDC0FDF}" type="pres">
      <dgm:prSet presAssocID="{95FB8B6F-46DF-4C62-8420-AF316530E1FE}" presName="iconBgRect" presStyleLbl="bgShp" presStyleIdx="0" presStyleCnt="3"/>
      <dgm:spPr/>
    </dgm:pt>
    <dgm:pt modelId="{F5130D67-4C01-4A0A-BBF2-E70BABB0441D}" type="pres">
      <dgm:prSet presAssocID="{95FB8B6F-46DF-4C62-8420-AF316530E1FE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upo"/>
        </a:ext>
      </dgm:extLst>
    </dgm:pt>
    <dgm:pt modelId="{DC46DED3-4AEB-4B2B-AC6C-4B907A0681D7}" type="pres">
      <dgm:prSet presAssocID="{95FB8B6F-46DF-4C62-8420-AF316530E1FE}" presName="spaceRect" presStyleCnt="0"/>
      <dgm:spPr/>
    </dgm:pt>
    <dgm:pt modelId="{FE9FD61E-C7D3-4BAE-AE16-3C1BD86293FA}" type="pres">
      <dgm:prSet presAssocID="{95FB8B6F-46DF-4C62-8420-AF316530E1FE}" presName="textRect" presStyleLbl="revTx" presStyleIdx="0" presStyleCnt="3">
        <dgm:presLayoutVars>
          <dgm:chMax val="1"/>
          <dgm:chPref val="1"/>
        </dgm:presLayoutVars>
      </dgm:prSet>
      <dgm:spPr/>
    </dgm:pt>
    <dgm:pt modelId="{6D4490D2-18BC-4DFD-8A58-F6750EA253B8}" type="pres">
      <dgm:prSet presAssocID="{BA4A24FF-BBB8-4C26-A3F3-38152B05CDF7}" presName="sibTrans" presStyleCnt="0"/>
      <dgm:spPr/>
    </dgm:pt>
    <dgm:pt modelId="{2B247EA5-1449-4B90-9743-40E78EF9183A}" type="pres">
      <dgm:prSet presAssocID="{61050508-C93E-4C39-A99B-98801B15029F}" presName="compNode" presStyleCnt="0"/>
      <dgm:spPr/>
    </dgm:pt>
    <dgm:pt modelId="{0824BD44-002D-40C8-801F-5EA7741E700E}" type="pres">
      <dgm:prSet presAssocID="{61050508-C93E-4C39-A99B-98801B15029F}" presName="iconBgRect" presStyleLbl="bgShp" presStyleIdx="1" presStyleCnt="3"/>
      <dgm:spPr/>
    </dgm:pt>
    <dgm:pt modelId="{4FFE4F7E-E4E3-44F4-A04E-4C1583DD225C}" type="pres">
      <dgm:prSet presAssocID="{61050508-C93E-4C39-A99B-98801B15029F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ard Room"/>
        </a:ext>
      </dgm:extLst>
    </dgm:pt>
    <dgm:pt modelId="{B434E51A-A26B-4F2D-BF5D-7E2CD100C433}" type="pres">
      <dgm:prSet presAssocID="{61050508-C93E-4C39-A99B-98801B15029F}" presName="spaceRect" presStyleCnt="0"/>
      <dgm:spPr/>
    </dgm:pt>
    <dgm:pt modelId="{6A873719-19C0-4E99-8A6A-A5D0A0F96D5C}" type="pres">
      <dgm:prSet presAssocID="{61050508-C93E-4C39-A99B-98801B15029F}" presName="textRect" presStyleLbl="revTx" presStyleIdx="1" presStyleCnt="3">
        <dgm:presLayoutVars>
          <dgm:chMax val="1"/>
          <dgm:chPref val="1"/>
        </dgm:presLayoutVars>
      </dgm:prSet>
      <dgm:spPr/>
    </dgm:pt>
    <dgm:pt modelId="{8A5F7EB4-1790-4360-B5CC-E3228315F1E2}" type="pres">
      <dgm:prSet presAssocID="{19885F3C-084F-4958-95C9-9AD5544D309A}" presName="sibTrans" presStyleCnt="0"/>
      <dgm:spPr/>
    </dgm:pt>
    <dgm:pt modelId="{C6A62948-DE1A-44C8-9C50-C46E646F4B7E}" type="pres">
      <dgm:prSet presAssocID="{948A9D72-6498-4E97-800B-8BEB7541A626}" presName="compNode" presStyleCnt="0"/>
      <dgm:spPr/>
    </dgm:pt>
    <dgm:pt modelId="{91EB3121-B373-44AA-B049-7EF728936E44}" type="pres">
      <dgm:prSet presAssocID="{948A9D72-6498-4E97-800B-8BEB7541A626}" presName="iconBgRect" presStyleLbl="bgShp" presStyleIdx="2" presStyleCnt="3"/>
      <dgm:spPr/>
    </dgm:pt>
    <dgm:pt modelId="{283E393D-A59A-426C-8ECC-437861655549}" type="pres">
      <dgm:prSet presAssocID="{948A9D72-6498-4E97-800B-8BEB7541A626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439DB678-5C0C-43A1-A873-740840149F3D}" type="pres">
      <dgm:prSet presAssocID="{948A9D72-6498-4E97-800B-8BEB7541A626}" presName="spaceRect" presStyleCnt="0"/>
      <dgm:spPr/>
    </dgm:pt>
    <dgm:pt modelId="{24FFB65D-FCF4-4F05-ABE0-CAE614E9DC4A}" type="pres">
      <dgm:prSet presAssocID="{948A9D72-6498-4E97-800B-8BEB7541A62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C7FE105-EFAB-4F2F-BA47-E3946F49B170}" type="presOf" srcId="{61050508-C93E-4C39-A99B-98801B15029F}" destId="{6A873719-19C0-4E99-8A6A-A5D0A0F96D5C}" srcOrd="0" destOrd="0" presId="urn:microsoft.com/office/officeart/2018/5/layout/IconCircleLabelList"/>
    <dgm:cxn modelId="{AAD2F225-CD2E-4565-B630-D323CBEBBC99}" type="presOf" srcId="{948A9D72-6498-4E97-800B-8BEB7541A626}" destId="{24FFB65D-FCF4-4F05-ABE0-CAE614E9DC4A}" srcOrd="0" destOrd="0" presId="urn:microsoft.com/office/officeart/2018/5/layout/IconCircleLabelList"/>
    <dgm:cxn modelId="{15FA5236-0670-4715-B051-B025F710794E}" srcId="{2EEC2189-ACD9-43F9-9B11-CAB2AC8F577C}" destId="{95FB8B6F-46DF-4C62-8420-AF316530E1FE}" srcOrd="0" destOrd="0" parTransId="{E2BF3A50-1B28-49BB-B075-5423C0F7694C}" sibTransId="{BA4A24FF-BBB8-4C26-A3F3-38152B05CDF7}"/>
    <dgm:cxn modelId="{91F43D3C-E42B-4E13-BFD2-CEB6BEC00A60}" type="presOf" srcId="{2EEC2189-ACD9-43F9-9B11-CAB2AC8F577C}" destId="{20AD5BF0-7B5F-45E6-A715-20FA95E4AFE7}" srcOrd="0" destOrd="0" presId="urn:microsoft.com/office/officeart/2018/5/layout/IconCircleLabelList"/>
    <dgm:cxn modelId="{D6BD5C65-5650-429A-B15E-7B793ED90231}" srcId="{2EEC2189-ACD9-43F9-9B11-CAB2AC8F577C}" destId="{61050508-C93E-4C39-A99B-98801B15029F}" srcOrd="1" destOrd="0" parTransId="{6F0157B7-AD12-4AE2-84E3-236E4CAC71DF}" sibTransId="{19885F3C-084F-4958-95C9-9AD5544D309A}"/>
    <dgm:cxn modelId="{B21DC7E8-3CBE-4289-9553-A021D17C1E0B}" type="presOf" srcId="{95FB8B6F-46DF-4C62-8420-AF316530E1FE}" destId="{FE9FD61E-C7D3-4BAE-AE16-3C1BD86293FA}" srcOrd="0" destOrd="0" presId="urn:microsoft.com/office/officeart/2018/5/layout/IconCircleLabelList"/>
    <dgm:cxn modelId="{FB81EBF7-DAF3-4814-AB00-E83BB669C315}" srcId="{2EEC2189-ACD9-43F9-9B11-CAB2AC8F577C}" destId="{948A9D72-6498-4E97-800B-8BEB7541A626}" srcOrd="2" destOrd="0" parTransId="{59635AEF-CCF3-422F-AFE8-CE376878A287}" sibTransId="{B0CAB313-FE86-41D2-AAD4-17EA6ED0D1CA}"/>
    <dgm:cxn modelId="{3161294C-4466-4743-A1C4-F979A96C8910}" type="presParOf" srcId="{20AD5BF0-7B5F-45E6-A715-20FA95E4AFE7}" destId="{24BFF93B-C752-4A12-A909-D9B461BBBE8E}" srcOrd="0" destOrd="0" presId="urn:microsoft.com/office/officeart/2018/5/layout/IconCircleLabelList"/>
    <dgm:cxn modelId="{6F503DCA-098E-4A98-84E2-A1D6B54B7A94}" type="presParOf" srcId="{24BFF93B-C752-4A12-A909-D9B461BBBE8E}" destId="{2197392C-BD52-42CA-9617-56BFEDDC0FDF}" srcOrd="0" destOrd="0" presId="urn:microsoft.com/office/officeart/2018/5/layout/IconCircleLabelList"/>
    <dgm:cxn modelId="{A32789E6-407B-49E8-A04A-0576D8E630BC}" type="presParOf" srcId="{24BFF93B-C752-4A12-A909-D9B461BBBE8E}" destId="{F5130D67-4C01-4A0A-BBF2-E70BABB0441D}" srcOrd="1" destOrd="0" presId="urn:microsoft.com/office/officeart/2018/5/layout/IconCircleLabelList"/>
    <dgm:cxn modelId="{7094DA34-8141-4012-A0CC-D74A72365E18}" type="presParOf" srcId="{24BFF93B-C752-4A12-A909-D9B461BBBE8E}" destId="{DC46DED3-4AEB-4B2B-AC6C-4B907A0681D7}" srcOrd="2" destOrd="0" presId="urn:microsoft.com/office/officeart/2018/5/layout/IconCircleLabelList"/>
    <dgm:cxn modelId="{B8C8D24D-08B9-4B1F-84B2-7FEF6DE6FE5E}" type="presParOf" srcId="{24BFF93B-C752-4A12-A909-D9B461BBBE8E}" destId="{FE9FD61E-C7D3-4BAE-AE16-3C1BD86293FA}" srcOrd="3" destOrd="0" presId="urn:microsoft.com/office/officeart/2018/5/layout/IconCircleLabelList"/>
    <dgm:cxn modelId="{141387ED-0E91-4A25-B744-16C483ABEAAB}" type="presParOf" srcId="{20AD5BF0-7B5F-45E6-A715-20FA95E4AFE7}" destId="{6D4490D2-18BC-4DFD-8A58-F6750EA253B8}" srcOrd="1" destOrd="0" presId="urn:microsoft.com/office/officeart/2018/5/layout/IconCircleLabelList"/>
    <dgm:cxn modelId="{464A2C8F-B966-4867-9B06-5128A7BC8D1E}" type="presParOf" srcId="{20AD5BF0-7B5F-45E6-A715-20FA95E4AFE7}" destId="{2B247EA5-1449-4B90-9743-40E78EF9183A}" srcOrd="2" destOrd="0" presId="urn:microsoft.com/office/officeart/2018/5/layout/IconCircleLabelList"/>
    <dgm:cxn modelId="{903B6912-59CD-42A4-A7AA-D6756AEA7BDF}" type="presParOf" srcId="{2B247EA5-1449-4B90-9743-40E78EF9183A}" destId="{0824BD44-002D-40C8-801F-5EA7741E700E}" srcOrd="0" destOrd="0" presId="urn:microsoft.com/office/officeart/2018/5/layout/IconCircleLabelList"/>
    <dgm:cxn modelId="{72B5B900-098A-49A0-9C9F-E70890C24EE9}" type="presParOf" srcId="{2B247EA5-1449-4B90-9743-40E78EF9183A}" destId="{4FFE4F7E-E4E3-44F4-A04E-4C1583DD225C}" srcOrd="1" destOrd="0" presId="urn:microsoft.com/office/officeart/2018/5/layout/IconCircleLabelList"/>
    <dgm:cxn modelId="{DC2976D0-A580-4B03-8924-4CEF135C6F8E}" type="presParOf" srcId="{2B247EA5-1449-4B90-9743-40E78EF9183A}" destId="{B434E51A-A26B-4F2D-BF5D-7E2CD100C433}" srcOrd="2" destOrd="0" presId="urn:microsoft.com/office/officeart/2018/5/layout/IconCircleLabelList"/>
    <dgm:cxn modelId="{97FC0FC4-E96B-4D4C-BD82-31797E8A2083}" type="presParOf" srcId="{2B247EA5-1449-4B90-9743-40E78EF9183A}" destId="{6A873719-19C0-4E99-8A6A-A5D0A0F96D5C}" srcOrd="3" destOrd="0" presId="urn:microsoft.com/office/officeart/2018/5/layout/IconCircleLabelList"/>
    <dgm:cxn modelId="{A0926C6C-C404-4807-9F70-E6348F55730E}" type="presParOf" srcId="{20AD5BF0-7B5F-45E6-A715-20FA95E4AFE7}" destId="{8A5F7EB4-1790-4360-B5CC-E3228315F1E2}" srcOrd="3" destOrd="0" presId="urn:microsoft.com/office/officeart/2018/5/layout/IconCircleLabelList"/>
    <dgm:cxn modelId="{65E615B5-CE6B-421A-A3C6-48E31593F9D0}" type="presParOf" srcId="{20AD5BF0-7B5F-45E6-A715-20FA95E4AFE7}" destId="{C6A62948-DE1A-44C8-9C50-C46E646F4B7E}" srcOrd="4" destOrd="0" presId="urn:microsoft.com/office/officeart/2018/5/layout/IconCircleLabelList"/>
    <dgm:cxn modelId="{DD50A184-B266-42DE-8592-68EEC6E8CDF0}" type="presParOf" srcId="{C6A62948-DE1A-44C8-9C50-C46E646F4B7E}" destId="{91EB3121-B373-44AA-B049-7EF728936E44}" srcOrd="0" destOrd="0" presId="urn:microsoft.com/office/officeart/2018/5/layout/IconCircleLabelList"/>
    <dgm:cxn modelId="{6A9D427A-A5DC-4410-AED9-E5E1E3A9FA4F}" type="presParOf" srcId="{C6A62948-DE1A-44C8-9C50-C46E646F4B7E}" destId="{283E393D-A59A-426C-8ECC-437861655549}" srcOrd="1" destOrd="0" presId="urn:microsoft.com/office/officeart/2018/5/layout/IconCircleLabelList"/>
    <dgm:cxn modelId="{51D025DF-97EE-4B27-886C-5477581FEA6B}" type="presParOf" srcId="{C6A62948-DE1A-44C8-9C50-C46E646F4B7E}" destId="{439DB678-5C0C-43A1-A873-740840149F3D}" srcOrd="2" destOrd="0" presId="urn:microsoft.com/office/officeart/2018/5/layout/IconCircleLabelList"/>
    <dgm:cxn modelId="{89AB7A6D-2CB7-4710-893E-D301E76189BD}" type="presParOf" srcId="{C6A62948-DE1A-44C8-9C50-C46E646F4B7E}" destId="{24FFB65D-FCF4-4F05-ABE0-CAE614E9DC4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AB859350-22ED-4C1C-9102-72D641F219F5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0EE11E1-2F96-42A7-9ED4-F7C07DB39311}">
      <dgm:prSet/>
      <dgm:spPr/>
      <dgm:t>
        <a:bodyPr/>
        <a:lstStyle/>
        <a:p>
          <a:r>
            <a:rPr lang="en-US"/>
            <a:t>Empreendedorismo envolve iniciativa e planejamento</a:t>
          </a:r>
        </a:p>
      </dgm:t>
    </dgm:pt>
    <dgm:pt modelId="{6553E0D6-719E-40EC-AE61-1B4A152D8111}" type="parTrans" cxnId="{EC4A938B-5D68-4716-ACD4-7E49F7DE5F21}">
      <dgm:prSet/>
      <dgm:spPr/>
      <dgm:t>
        <a:bodyPr/>
        <a:lstStyle/>
        <a:p>
          <a:endParaRPr lang="en-US"/>
        </a:p>
      </dgm:t>
    </dgm:pt>
    <dgm:pt modelId="{632D101B-E1C2-4B68-86E5-615D51F0DFA5}" type="sibTrans" cxnId="{EC4A938B-5D68-4716-ACD4-7E49F7DE5F21}">
      <dgm:prSet/>
      <dgm:spPr/>
      <dgm:t>
        <a:bodyPr/>
        <a:lstStyle/>
        <a:p>
          <a:endParaRPr lang="en-US"/>
        </a:p>
      </dgm:t>
    </dgm:pt>
    <dgm:pt modelId="{833058D0-D94F-4E2E-B9D0-C111073C29DA}">
      <dgm:prSet/>
      <dgm:spPr/>
      <dgm:t>
        <a:bodyPr/>
        <a:lstStyle/>
        <a:p>
          <a:r>
            <a:rPr lang="en-US"/>
            <a:t>Economia solidária valoriza cooperação e justiça social</a:t>
          </a:r>
        </a:p>
      </dgm:t>
    </dgm:pt>
    <dgm:pt modelId="{F5D6C0EF-CD38-4AC4-BC78-68CAF755215B}" type="parTrans" cxnId="{8D7D09D4-A925-4DFD-9395-176CC43CC817}">
      <dgm:prSet/>
      <dgm:spPr/>
      <dgm:t>
        <a:bodyPr/>
        <a:lstStyle/>
        <a:p>
          <a:endParaRPr lang="en-US"/>
        </a:p>
      </dgm:t>
    </dgm:pt>
    <dgm:pt modelId="{4BAE926B-1051-4401-AED8-722BD9BC8A11}" type="sibTrans" cxnId="{8D7D09D4-A925-4DFD-9395-176CC43CC817}">
      <dgm:prSet/>
      <dgm:spPr/>
      <dgm:t>
        <a:bodyPr/>
        <a:lstStyle/>
        <a:p>
          <a:endParaRPr lang="en-US"/>
        </a:p>
      </dgm:t>
    </dgm:pt>
    <dgm:pt modelId="{0A44E790-CEAA-4AA7-AABC-BC4030263A6D}">
      <dgm:prSet/>
      <dgm:spPr/>
      <dgm:t>
        <a:bodyPr/>
        <a:lstStyle/>
        <a:p>
          <a:r>
            <a:rPr lang="en-US"/>
            <a:t>Associativismo fortalece grupos e representação</a:t>
          </a:r>
        </a:p>
      </dgm:t>
    </dgm:pt>
    <dgm:pt modelId="{1C57C8E3-EFCF-4789-8256-3EC8238AD6A2}" type="parTrans" cxnId="{60ABA606-62AA-4BF4-9646-124E13F88C8E}">
      <dgm:prSet/>
      <dgm:spPr/>
      <dgm:t>
        <a:bodyPr/>
        <a:lstStyle/>
        <a:p>
          <a:endParaRPr lang="en-US"/>
        </a:p>
      </dgm:t>
    </dgm:pt>
    <dgm:pt modelId="{DB532C98-6AF7-4F0A-8657-3838C0EC4963}" type="sibTrans" cxnId="{60ABA606-62AA-4BF4-9646-124E13F88C8E}">
      <dgm:prSet/>
      <dgm:spPr/>
      <dgm:t>
        <a:bodyPr/>
        <a:lstStyle/>
        <a:p>
          <a:endParaRPr lang="en-US"/>
        </a:p>
      </dgm:t>
    </dgm:pt>
    <dgm:pt modelId="{B8FCFE2B-824A-4405-A8FE-3697A9AD2992}">
      <dgm:prSet/>
      <dgm:spPr/>
      <dgm:t>
        <a:bodyPr/>
        <a:lstStyle/>
        <a:p>
          <a:r>
            <a:rPr lang="en-US"/>
            <a:t>Cooperativismo gera renda coletiva</a:t>
          </a:r>
        </a:p>
      </dgm:t>
    </dgm:pt>
    <dgm:pt modelId="{ED7EE3A2-8270-4CCD-A5F9-7323201D59A5}" type="parTrans" cxnId="{BBABF151-7314-4DDD-8C46-A274E7B79C71}">
      <dgm:prSet/>
      <dgm:spPr/>
      <dgm:t>
        <a:bodyPr/>
        <a:lstStyle/>
        <a:p>
          <a:endParaRPr lang="en-US"/>
        </a:p>
      </dgm:t>
    </dgm:pt>
    <dgm:pt modelId="{FA26FF16-137A-4136-A3E1-EF509563916F}" type="sibTrans" cxnId="{BBABF151-7314-4DDD-8C46-A274E7B79C71}">
      <dgm:prSet/>
      <dgm:spPr/>
      <dgm:t>
        <a:bodyPr/>
        <a:lstStyle/>
        <a:p>
          <a:endParaRPr lang="en-US"/>
        </a:p>
      </dgm:t>
    </dgm:pt>
    <dgm:pt modelId="{FF2F79AA-D86F-404A-8385-0C983A83DD03}">
      <dgm:prSet/>
      <dgm:spPr/>
      <dgm:t>
        <a:bodyPr/>
        <a:lstStyle/>
        <a:p>
          <a:r>
            <a:rPr lang="en-US"/>
            <a:t>O trabalho em rede pode fortalecer cuidadores de idosos</a:t>
          </a:r>
        </a:p>
      </dgm:t>
    </dgm:pt>
    <dgm:pt modelId="{B0B258FF-E8A2-416D-BE5B-273C9C27D0BE}" type="parTrans" cxnId="{CAF9E70F-54C4-46E2-8D5D-5FDE136AB28A}">
      <dgm:prSet/>
      <dgm:spPr/>
      <dgm:t>
        <a:bodyPr/>
        <a:lstStyle/>
        <a:p>
          <a:endParaRPr lang="en-US"/>
        </a:p>
      </dgm:t>
    </dgm:pt>
    <dgm:pt modelId="{20F1F1EE-D6B3-4C98-A2D4-97B545AD569D}" type="sibTrans" cxnId="{CAF9E70F-54C4-46E2-8D5D-5FDE136AB28A}">
      <dgm:prSet/>
      <dgm:spPr/>
      <dgm:t>
        <a:bodyPr/>
        <a:lstStyle/>
        <a:p>
          <a:endParaRPr lang="en-US"/>
        </a:p>
      </dgm:t>
    </dgm:pt>
    <dgm:pt modelId="{AD082F75-817B-41FD-8BFE-9614E1652BB8}" type="pres">
      <dgm:prSet presAssocID="{AB859350-22ED-4C1C-9102-72D641F219F5}" presName="root" presStyleCnt="0">
        <dgm:presLayoutVars>
          <dgm:dir/>
          <dgm:resizeHandles val="exact"/>
        </dgm:presLayoutVars>
      </dgm:prSet>
      <dgm:spPr/>
    </dgm:pt>
    <dgm:pt modelId="{15ECC7B4-4868-4040-94DD-57CA8170E265}" type="pres">
      <dgm:prSet presAssocID="{AB859350-22ED-4C1C-9102-72D641F219F5}" presName="container" presStyleCnt="0">
        <dgm:presLayoutVars>
          <dgm:dir/>
          <dgm:resizeHandles val="exact"/>
        </dgm:presLayoutVars>
      </dgm:prSet>
      <dgm:spPr/>
    </dgm:pt>
    <dgm:pt modelId="{3A7A82C4-8F55-4B7C-8491-B3ED580FD91D}" type="pres">
      <dgm:prSet presAssocID="{D0EE11E1-2F96-42A7-9ED4-F7C07DB39311}" presName="compNode" presStyleCnt="0"/>
      <dgm:spPr/>
    </dgm:pt>
    <dgm:pt modelId="{AA7ADF41-C1F9-4DF0-8582-EB111F812FED}" type="pres">
      <dgm:prSet presAssocID="{D0EE11E1-2F96-42A7-9ED4-F7C07DB39311}" presName="iconBgRect" presStyleLbl="bgShp" presStyleIdx="0" presStyleCnt="5"/>
      <dgm:spPr/>
    </dgm:pt>
    <dgm:pt modelId="{56288B84-0491-4E08-915E-9BD339823824}" type="pres">
      <dgm:prSet presAssocID="{D0EE11E1-2F96-42A7-9ED4-F7C07DB39311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âmpada"/>
        </a:ext>
      </dgm:extLst>
    </dgm:pt>
    <dgm:pt modelId="{FD717770-04E8-461A-8984-3A76D660F716}" type="pres">
      <dgm:prSet presAssocID="{D0EE11E1-2F96-42A7-9ED4-F7C07DB39311}" presName="spaceRect" presStyleCnt="0"/>
      <dgm:spPr/>
    </dgm:pt>
    <dgm:pt modelId="{18974437-0982-4A55-96FE-389639CB6A0E}" type="pres">
      <dgm:prSet presAssocID="{D0EE11E1-2F96-42A7-9ED4-F7C07DB39311}" presName="textRect" presStyleLbl="revTx" presStyleIdx="0" presStyleCnt="5">
        <dgm:presLayoutVars>
          <dgm:chMax val="1"/>
          <dgm:chPref val="1"/>
        </dgm:presLayoutVars>
      </dgm:prSet>
      <dgm:spPr/>
    </dgm:pt>
    <dgm:pt modelId="{3A948D4A-4EEC-4590-B345-3A05EC1A192C}" type="pres">
      <dgm:prSet presAssocID="{632D101B-E1C2-4B68-86E5-615D51F0DFA5}" presName="sibTrans" presStyleLbl="sibTrans2D1" presStyleIdx="0" presStyleCnt="0"/>
      <dgm:spPr/>
    </dgm:pt>
    <dgm:pt modelId="{2F859CBA-B35A-4836-9AF6-6B5C04B0D109}" type="pres">
      <dgm:prSet presAssocID="{833058D0-D94F-4E2E-B9D0-C111073C29DA}" presName="compNode" presStyleCnt="0"/>
      <dgm:spPr/>
    </dgm:pt>
    <dgm:pt modelId="{53D6BE49-B5D7-433F-A12C-E73D8B6DBB48}" type="pres">
      <dgm:prSet presAssocID="{833058D0-D94F-4E2E-B9D0-C111073C29DA}" presName="iconBgRect" presStyleLbl="bgShp" presStyleIdx="1" presStyleCnt="5"/>
      <dgm:spPr/>
    </dgm:pt>
    <dgm:pt modelId="{05251842-AF3F-4BFB-AF12-93DF6FC20393}" type="pres">
      <dgm:prSet presAssocID="{833058D0-D94F-4E2E-B9D0-C111073C29DA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edas"/>
        </a:ext>
      </dgm:extLst>
    </dgm:pt>
    <dgm:pt modelId="{12DC1BEA-456A-478B-B40D-329928BA8467}" type="pres">
      <dgm:prSet presAssocID="{833058D0-D94F-4E2E-B9D0-C111073C29DA}" presName="spaceRect" presStyleCnt="0"/>
      <dgm:spPr/>
    </dgm:pt>
    <dgm:pt modelId="{94EA8FD8-384B-493C-B959-2F37BBC429FC}" type="pres">
      <dgm:prSet presAssocID="{833058D0-D94F-4E2E-B9D0-C111073C29DA}" presName="textRect" presStyleLbl="revTx" presStyleIdx="1" presStyleCnt="5">
        <dgm:presLayoutVars>
          <dgm:chMax val="1"/>
          <dgm:chPref val="1"/>
        </dgm:presLayoutVars>
      </dgm:prSet>
      <dgm:spPr/>
    </dgm:pt>
    <dgm:pt modelId="{5091D089-4CD1-4401-9851-A480EC64D1A0}" type="pres">
      <dgm:prSet presAssocID="{4BAE926B-1051-4401-AED8-722BD9BC8A11}" presName="sibTrans" presStyleLbl="sibTrans2D1" presStyleIdx="0" presStyleCnt="0"/>
      <dgm:spPr/>
    </dgm:pt>
    <dgm:pt modelId="{4692098F-1CB5-4706-A131-B4DC66786053}" type="pres">
      <dgm:prSet presAssocID="{0A44E790-CEAA-4AA7-AABC-BC4030263A6D}" presName="compNode" presStyleCnt="0"/>
      <dgm:spPr/>
    </dgm:pt>
    <dgm:pt modelId="{84590077-B42D-4913-9407-21886A48094D}" type="pres">
      <dgm:prSet presAssocID="{0A44E790-CEAA-4AA7-AABC-BC4030263A6D}" presName="iconBgRect" presStyleLbl="bgShp" presStyleIdx="2" presStyleCnt="5"/>
      <dgm:spPr/>
    </dgm:pt>
    <dgm:pt modelId="{CEE0FE49-4B61-4583-8C4B-7DCEDE96204C}" type="pres">
      <dgm:prSet presAssocID="{0A44E790-CEAA-4AA7-AABC-BC4030263A6D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upo"/>
        </a:ext>
      </dgm:extLst>
    </dgm:pt>
    <dgm:pt modelId="{76E76224-CDB9-48EF-A403-68864EDCEED7}" type="pres">
      <dgm:prSet presAssocID="{0A44E790-CEAA-4AA7-AABC-BC4030263A6D}" presName="spaceRect" presStyleCnt="0"/>
      <dgm:spPr/>
    </dgm:pt>
    <dgm:pt modelId="{EA79C9C7-AF69-49EC-BAE6-7F5E824EEECF}" type="pres">
      <dgm:prSet presAssocID="{0A44E790-CEAA-4AA7-AABC-BC4030263A6D}" presName="textRect" presStyleLbl="revTx" presStyleIdx="2" presStyleCnt="5">
        <dgm:presLayoutVars>
          <dgm:chMax val="1"/>
          <dgm:chPref val="1"/>
        </dgm:presLayoutVars>
      </dgm:prSet>
      <dgm:spPr/>
    </dgm:pt>
    <dgm:pt modelId="{81AC8715-A094-4709-AE8F-4B7F715B48CB}" type="pres">
      <dgm:prSet presAssocID="{DB532C98-6AF7-4F0A-8657-3838C0EC4963}" presName="sibTrans" presStyleLbl="sibTrans2D1" presStyleIdx="0" presStyleCnt="0"/>
      <dgm:spPr/>
    </dgm:pt>
    <dgm:pt modelId="{D3ED27C3-EADB-4F89-AE05-1FEC9F9FC2CC}" type="pres">
      <dgm:prSet presAssocID="{B8FCFE2B-824A-4405-A8FE-3697A9AD2992}" presName="compNode" presStyleCnt="0"/>
      <dgm:spPr/>
    </dgm:pt>
    <dgm:pt modelId="{47EA6E7E-3777-41B6-86BA-7D63C30D9783}" type="pres">
      <dgm:prSet presAssocID="{B8FCFE2B-824A-4405-A8FE-3697A9AD2992}" presName="iconBgRect" presStyleLbl="bgShp" presStyleIdx="3" presStyleCnt="5"/>
      <dgm:spPr/>
    </dgm:pt>
    <dgm:pt modelId="{8B9DDB3E-1D0A-4896-A4FD-A15B8497C6E0}" type="pres">
      <dgm:prSet presAssocID="{B8FCFE2B-824A-4405-A8FE-3697A9AD2992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nheiro"/>
        </a:ext>
      </dgm:extLst>
    </dgm:pt>
    <dgm:pt modelId="{03249B2B-7ECF-4D80-899C-C591F330D437}" type="pres">
      <dgm:prSet presAssocID="{B8FCFE2B-824A-4405-A8FE-3697A9AD2992}" presName="spaceRect" presStyleCnt="0"/>
      <dgm:spPr/>
    </dgm:pt>
    <dgm:pt modelId="{7D37C124-C633-4DB8-B14B-9BF17B65EA21}" type="pres">
      <dgm:prSet presAssocID="{B8FCFE2B-824A-4405-A8FE-3697A9AD2992}" presName="textRect" presStyleLbl="revTx" presStyleIdx="3" presStyleCnt="5">
        <dgm:presLayoutVars>
          <dgm:chMax val="1"/>
          <dgm:chPref val="1"/>
        </dgm:presLayoutVars>
      </dgm:prSet>
      <dgm:spPr/>
    </dgm:pt>
    <dgm:pt modelId="{3F1B8AFC-3D7A-453C-AB1B-AA32907624CF}" type="pres">
      <dgm:prSet presAssocID="{FA26FF16-137A-4136-A3E1-EF509563916F}" presName="sibTrans" presStyleLbl="sibTrans2D1" presStyleIdx="0" presStyleCnt="0"/>
      <dgm:spPr/>
    </dgm:pt>
    <dgm:pt modelId="{F27AEF3E-B9A4-45C1-8E22-A9F6129472AF}" type="pres">
      <dgm:prSet presAssocID="{FF2F79AA-D86F-404A-8385-0C983A83DD03}" presName="compNode" presStyleCnt="0"/>
      <dgm:spPr/>
    </dgm:pt>
    <dgm:pt modelId="{427D0B25-E181-4481-ADCE-1C7941403151}" type="pres">
      <dgm:prSet presAssocID="{FF2F79AA-D86F-404A-8385-0C983A83DD03}" presName="iconBgRect" presStyleLbl="bgShp" presStyleIdx="4" presStyleCnt="5"/>
      <dgm:spPr/>
    </dgm:pt>
    <dgm:pt modelId="{0225BE42-170F-48EF-9026-7EF5C23A5A9E}" type="pres">
      <dgm:prSet presAssocID="{FF2F79AA-D86F-404A-8385-0C983A83DD03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son with Cane"/>
        </a:ext>
      </dgm:extLst>
    </dgm:pt>
    <dgm:pt modelId="{CDEC1B1E-3DEC-4DAD-A019-5D8793524BEF}" type="pres">
      <dgm:prSet presAssocID="{FF2F79AA-D86F-404A-8385-0C983A83DD03}" presName="spaceRect" presStyleCnt="0"/>
      <dgm:spPr/>
    </dgm:pt>
    <dgm:pt modelId="{4C20C902-6D90-4E3E-973F-C561678D9943}" type="pres">
      <dgm:prSet presAssocID="{FF2F79AA-D86F-404A-8385-0C983A83DD03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60ABA606-62AA-4BF4-9646-124E13F88C8E}" srcId="{AB859350-22ED-4C1C-9102-72D641F219F5}" destId="{0A44E790-CEAA-4AA7-AABC-BC4030263A6D}" srcOrd="2" destOrd="0" parTransId="{1C57C8E3-EFCF-4789-8256-3EC8238AD6A2}" sibTransId="{DB532C98-6AF7-4F0A-8657-3838C0EC4963}"/>
    <dgm:cxn modelId="{CAF9E70F-54C4-46E2-8D5D-5FDE136AB28A}" srcId="{AB859350-22ED-4C1C-9102-72D641F219F5}" destId="{FF2F79AA-D86F-404A-8385-0C983A83DD03}" srcOrd="4" destOrd="0" parTransId="{B0B258FF-E8A2-416D-BE5B-273C9C27D0BE}" sibTransId="{20F1F1EE-D6B3-4C98-A2D4-97B545AD569D}"/>
    <dgm:cxn modelId="{9A329D18-E93A-4767-99AF-1779B81B08A2}" type="presOf" srcId="{FA26FF16-137A-4136-A3E1-EF509563916F}" destId="{3F1B8AFC-3D7A-453C-AB1B-AA32907624CF}" srcOrd="0" destOrd="0" presId="urn:microsoft.com/office/officeart/2018/2/layout/IconCircleList"/>
    <dgm:cxn modelId="{E5273A1C-EBFF-494C-A18B-477B04B411B1}" type="presOf" srcId="{632D101B-E1C2-4B68-86E5-615D51F0DFA5}" destId="{3A948D4A-4EEC-4590-B345-3A05EC1A192C}" srcOrd="0" destOrd="0" presId="urn:microsoft.com/office/officeart/2018/2/layout/IconCircleList"/>
    <dgm:cxn modelId="{DBB15F2F-36F4-4873-AE43-57D332E36613}" type="presOf" srcId="{FF2F79AA-D86F-404A-8385-0C983A83DD03}" destId="{4C20C902-6D90-4E3E-973F-C561678D9943}" srcOrd="0" destOrd="0" presId="urn:microsoft.com/office/officeart/2018/2/layout/IconCircleList"/>
    <dgm:cxn modelId="{E4632062-7B53-413C-8D64-B2BDE5649DB5}" type="presOf" srcId="{AB859350-22ED-4C1C-9102-72D641F219F5}" destId="{AD082F75-817B-41FD-8BFE-9614E1652BB8}" srcOrd="0" destOrd="0" presId="urn:microsoft.com/office/officeart/2018/2/layout/IconCircleList"/>
    <dgm:cxn modelId="{BBABF151-7314-4DDD-8C46-A274E7B79C71}" srcId="{AB859350-22ED-4C1C-9102-72D641F219F5}" destId="{B8FCFE2B-824A-4405-A8FE-3697A9AD2992}" srcOrd="3" destOrd="0" parTransId="{ED7EE3A2-8270-4CCD-A5F9-7323201D59A5}" sibTransId="{FA26FF16-137A-4136-A3E1-EF509563916F}"/>
    <dgm:cxn modelId="{B7C3017A-537C-475D-A625-03834783F629}" type="presOf" srcId="{DB532C98-6AF7-4F0A-8657-3838C0EC4963}" destId="{81AC8715-A094-4709-AE8F-4B7F715B48CB}" srcOrd="0" destOrd="0" presId="urn:microsoft.com/office/officeart/2018/2/layout/IconCircleList"/>
    <dgm:cxn modelId="{EC4A938B-5D68-4716-ACD4-7E49F7DE5F21}" srcId="{AB859350-22ED-4C1C-9102-72D641F219F5}" destId="{D0EE11E1-2F96-42A7-9ED4-F7C07DB39311}" srcOrd="0" destOrd="0" parTransId="{6553E0D6-719E-40EC-AE61-1B4A152D8111}" sibTransId="{632D101B-E1C2-4B68-86E5-615D51F0DFA5}"/>
    <dgm:cxn modelId="{DF084E9F-0970-4A48-898F-DE0D9E38AADE}" type="presOf" srcId="{833058D0-D94F-4E2E-B9D0-C111073C29DA}" destId="{94EA8FD8-384B-493C-B959-2F37BBC429FC}" srcOrd="0" destOrd="0" presId="urn:microsoft.com/office/officeart/2018/2/layout/IconCircleList"/>
    <dgm:cxn modelId="{A6AC1EA0-17C1-46CB-B48B-CE5AFFADF33E}" type="presOf" srcId="{0A44E790-CEAA-4AA7-AABC-BC4030263A6D}" destId="{EA79C9C7-AF69-49EC-BAE6-7F5E824EEECF}" srcOrd="0" destOrd="0" presId="urn:microsoft.com/office/officeart/2018/2/layout/IconCircleList"/>
    <dgm:cxn modelId="{1E8104D3-A7E0-4828-8076-7BDAAE7AED25}" type="presOf" srcId="{4BAE926B-1051-4401-AED8-722BD9BC8A11}" destId="{5091D089-4CD1-4401-9851-A480EC64D1A0}" srcOrd="0" destOrd="0" presId="urn:microsoft.com/office/officeart/2018/2/layout/IconCircleList"/>
    <dgm:cxn modelId="{8D7D09D4-A925-4DFD-9395-176CC43CC817}" srcId="{AB859350-22ED-4C1C-9102-72D641F219F5}" destId="{833058D0-D94F-4E2E-B9D0-C111073C29DA}" srcOrd="1" destOrd="0" parTransId="{F5D6C0EF-CD38-4AC4-BC78-68CAF755215B}" sibTransId="{4BAE926B-1051-4401-AED8-722BD9BC8A11}"/>
    <dgm:cxn modelId="{3C08E2D4-2B4E-4152-9B97-17BBBDB75C6D}" type="presOf" srcId="{B8FCFE2B-824A-4405-A8FE-3697A9AD2992}" destId="{7D37C124-C633-4DB8-B14B-9BF17B65EA21}" srcOrd="0" destOrd="0" presId="urn:microsoft.com/office/officeart/2018/2/layout/IconCircleList"/>
    <dgm:cxn modelId="{DBA1B1EB-8025-47A7-824E-196EA897D9C5}" type="presOf" srcId="{D0EE11E1-2F96-42A7-9ED4-F7C07DB39311}" destId="{18974437-0982-4A55-96FE-389639CB6A0E}" srcOrd="0" destOrd="0" presId="urn:microsoft.com/office/officeart/2018/2/layout/IconCircleList"/>
    <dgm:cxn modelId="{B86733C3-0A9F-4C4D-99D4-CF24F20E9795}" type="presParOf" srcId="{AD082F75-817B-41FD-8BFE-9614E1652BB8}" destId="{15ECC7B4-4868-4040-94DD-57CA8170E265}" srcOrd="0" destOrd="0" presId="urn:microsoft.com/office/officeart/2018/2/layout/IconCircleList"/>
    <dgm:cxn modelId="{D85E8450-711A-4D93-915D-13BB88360CA3}" type="presParOf" srcId="{15ECC7B4-4868-4040-94DD-57CA8170E265}" destId="{3A7A82C4-8F55-4B7C-8491-B3ED580FD91D}" srcOrd="0" destOrd="0" presId="urn:microsoft.com/office/officeart/2018/2/layout/IconCircleList"/>
    <dgm:cxn modelId="{FB50996E-83EB-481D-93F8-CE2FA9694FCA}" type="presParOf" srcId="{3A7A82C4-8F55-4B7C-8491-B3ED580FD91D}" destId="{AA7ADF41-C1F9-4DF0-8582-EB111F812FED}" srcOrd="0" destOrd="0" presId="urn:microsoft.com/office/officeart/2018/2/layout/IconCircleList"/>
    <dgm:cxn modelId="{C7F8D347-78F8-45F4-AEA0-73290F71A2BF}" type="presParOf" srcId="{3A7A82C4-8F55-4B7C-8491-B3ED580FD91D}" destId="{56288B84-0491-4E08-915E-9BD339823824}" srcOrd="1" destOrd="0" presId="urn:microsoft.com/office/officeart/2018/2/layout/IconCircleList"/>
    <dgm:cxn modelId="{9D149174-C55C-4566-8555-E71B3859458E}" type="presParOf" srcId="{3A7A82C4-8F55-4B7C-8491-B3ED580FD91D}" destId="{FD717770-04E8-461A-8984-3A76D660F716}" srcOrd="2" destOrd="0" presId="urn:microsoft.com/office/officeart/2018/2/layout/IconCircleList"/>
    <dgm:cxn modelId="{664CA830-E35E-4865-9D1B-3D835C3CA1E1}" type="presParOf" srcId="{3A7A82C4-8F55-4B7C-8491-B3ED580FD91D}" destId="{18974437-0982-4A55-96FE-389639CB6A0E}" srcOrd="3" destOrd="0" presId="urn:microsoft.com/office/officeart/2018/2/layout/IconCircleList"/>
    <dgm:cxn modelId="{7F47A04A-2ABF-4D88-80EE-AFBC8E27561A}" type="presParOf" srcId="{15ECC7B4-4868-4040-94DD-57CA8170E265}" destId="{3A948D4A-4EEC-4590-B345-3A05EC1A192C}" srcOrd="1" destOrd="0" presId="urn:microsoft.com/office/officeart/2018/2/layout/IconCircleList"/>
    <dgm:cxn modelId="{C582895B-7C3F-40F1-84D7-BE91EB6A879A}" type="presParOf" srcId="{15ECC7B4-4868-4040-94DD-57CA8170E265}" destId="{2F859CBA-B35A-4836-9AF6-6B5C04B0D109}" srcOrd="2" destOrd="0" presId="urn:microsoft.com/office/officeart/2018/2/layout/IconCircleList"/>
    <dgm:cxn modelId="{15165D18-99F8-41EA-8C96-790808BA4D78}" type="presParOf" srcId="{2F859CBA-B35A-4836-9AF6-6B5C04B0D109}" destId="{53D6BE49-B5D7-433F-A12C-E73D8B6DBB48}" srcOrd="0" destOrd="0" presId="urn:microsoft.com/office/officeart/2018/2/layout/IconCircleList"/>
    <dgm:cxn modelId="{CDC30B12-6A11-4881-BDAD-A409969C8CC3}" type="presParOf" srcId="{2F859CBA-B35A-4836-9AF6-6B5C04B0D109}" destId="{05251842-AF3F-4BFB-AF12-93DF6FC20393}" srcOrd="1" destOrd="0" presId="urn:microsoft.com/office/officeart/2018/2/layout/IconCircleList"/>
    <dgm:cxn modelId="{53A21C1C-24F3-4DEA-9BD9-B34F11F2C16B}" type="presParOf" srcId="{2F859CBA-B35A-4836-9AF6-6B5C04B0D109}" destId="{12DC1BEA-456A-478B-B40D-329928BA8467}" srcOrd="2" destOrd="0" presId="urn:microsoft.com/office/officeart/2018/2/layout/IconCircleList"/>
    <dgm:cxn modelId="{D4B95EB4-A682-4B63-A9CF-0C27F62DCB8C}" type="presParOf" srcId="{2F859CBA-B35A-4836-9AF6-6B5C04B0D109}" destId="{94EA8FD8-384B-493C-B959-2F37BBC429FC}" srcOrd="3" destOrd="0" presId="urn:microsoft.com/office/officeart/2018/2/layout/IconCircleList"/>
    <dgm:cxn modelId="{1B77123A-D7AE-4220-AE52-A7985889FC5A}" type="presParOf" srcId="{15ECC7B4-4868-4040-94DD-57CA8170E265}" destId="{5091D089-4CD1-4401-9851-A480EC64D1A0}" srcOrd="3" destOrd="0" presId="urn:microsoft.com/office/officeart/2018/2/layout/IconCircleList"/>
    <dgm:cxn modelId="{B8DE9165-08D4-48CC-8DFF-2C8787CC8656}" type="presParOf" srcId="{15ECC7B4-4868-4040-94DD-57CA8170E265}" destId="{4692098F-1CB5-4706-A131-B4DC66786053}" srcOrd="4" destOrd="0" presId="urn:microsoft.com/office/officeart/2018/2/layout/IconCircleList"/>
    <dgm:cxn modelId="{BB79EB1E-8988-45AF-966C-FB0A3344BA60}" type="presParOf" srcId="{4692098F-1CB5-4706-A131-B4DC66786053}" destId="{84590077-B42D-4913-9407-21886A48094D}" srcOrd="0" destOrd="0" presId="urn:microsoft.com/office/officeart/2018/2/layout/IconCircleList"/>
    <dgm:cxn modelId="{9BE45ECD-EED1-47F7-986B-162A045FCB27}" type="presParOf" srcId="{4692098F-1CB5-4706-A131-B4DC66786053}" destId="{CEE0FE49-4B61-4583-8C4B-7DCEDE96204C}" srcOrd="1" destOrd="0" presId="urn:microsoft.com/office/officeart/2018/2/layout/IconCircleList"/>
    <dgm:cxn modelId="{3AEC66D0-AFAA-4810-A63E-EC8537F4B38B}" type="presParOf" srcId="{4692098F-1CB5-4706-A131-B4DC66786053}" destId="{76E76224-CDB9-48EF-A403-68864EDCEED7}" srcOrd="2" destOrd="0" presId="urn:microsoft.com/office/officeart/2018/2/layout/IconCircleList"/>
    <dgm:cxn modelId="{5E82266A-B85F-4370-AF7E-5A34AECB45A4}" type="presParOf" srcId="{4692098F-1CB5-4706-A131-B4DC66786053}" destId="{EA79C9C7-AF69-49EC-BAE6-7F5E824EEECF}" srcOrd="3" destOrd="0" presId="urn:microsoft.com/office/officeart/2018/2/layout/IconCircleList"/>
    <dgm:cxn modelId="{A35031AF-6509-45F4-BC9E-5E33AB31985F}" type="presParOf" srcId="{15ECC7B4-4868-4040-94DD-57CA8170E265}" destId="{81AC8715-A094-4709-AE8F-4B7F715B48CB}" srcOrd="5" destOrd="0" presId="urn:microsoft.com/office/officeart/2018/2/layout/IconCircleList"/>
    <dgm:cxn modelId="{5A5A6287-0704-4F47-B7DA-F2364397200E}" type="presParOf" srcId="{15ECC7B4-4868-4040-94DD-57CA8170E265}" destId="{D3ED27C3-EADB-4F89-AE05-1FEC9F9FC2CC}" srcOrd="6" destOrd="0" presId="urn:microsoft.com/office/officeart/2018/2/layout/IconCircleList"/>
    <dgm:cxn modelId="{6D3FB4F8-3447-498A-8081-164BF2379D5F}" type="presParOf" srcId="{D3ED27C3-EADB-4F89-AE05-1FEC9F9FC2CC}" destId="{47EA6E7E-3777-41B6-86BA-7D63C30D9783}" srcOrd="0" destOrd="0" presId="urn:microsoft.com/office/officeart/2018/2/layout/IconCircleList"/>
    <dgm:cxn modelId="{4C732CC8-362E-465B-9847-ED9CD15676BF}" type="presParOf" srcId="{D3ED27C3-EADB-4F89-AE05-1FEC9F9FC2CC}" destId="{8B9DDB3E-1D0A-4896-A4FD-A15B8497C6E0}" srcOrd="1" destOrd="0" presId="urn:microsoft.com/office/officeart/2018/2/layout/IconCircleList"/>
    <dgm:cxn modelId="{A3592B24-01C9-4932-B192-79704429EACA}" type="presParOf" srcId="{D3ED27C3-EADB-4F89-AE05-1FEC9F9FC2CC}" destId="{03249B2B-7ECF-4D80-899C-C591F330D437}" srcOrd="2" destOrd="0" presId="urn:microsoft.com/office/officeart/2018/2/layout/IconCircleList"/>
    <dgm:cxn modelId="{CD3E133F-8BE4-45BB-9B13-91DF74D4363D}" type="presParOf" srcId="{D3ED27C3-EADB-4F89-AE05-1FEC9F9FC2CC}" destId="{7D37C124-C633-4DB8-B14B-9BF17B65EA21}" srcOrd="3" destOrd="0" presId="urn:microsoft.com/office/officeart/2018/2/layout/IconCircleList"/>
    <dgm:cxn modelId="{DAC59FD6-32F4-4CFE-8AC6-12882BDD8726}" type="presParOf" srcId="{15ECC7B4-4868-4040-94DD-57CA8170E265}" destId="{3F1B8AFC-3D7A-453C-AB1B-AA32907624CF}" srcOrd="7" destOrd="0" presId="urn:microsoft.com/office/officeart/2018/2/layout/IconCircleList"/>
    <dgm:cxn modelId="{7A753735-D05B-4578-BAE7-8466DA795A18}" type="presParOf" srcId="{15ECC7B4-4868-4040-94DD-57CA8170E265}" destId="{F27AEF3E-B9A4-45C1-8E22-A9F6129472AF}" srcOrd="8" destOrd="0" presId="urn:microsoft.com/office/officeart/2018/2/layout/IconCircleList"/>
    <dgm:cxn modelId="{4A659082-B956-4939-8267-4579B61EDB80}" type="presParOf" srcId="{F27AEF3E-B9A4-45C1-8E22-A9F6129472AF}" destId="{427D0B25-E181-4481-ADCE-1C7941403151}" srcOrd="0" destOrd="0" presId="urn:microsoft.com/office/officeart/2018/2/layout/IconCircleList"/>
    <dgm:cxn modelId="{42B733C2-4E14-4F53-8373-E991CBCFB1C2}" type="presParOf" srcId="{F27AEF3E-B9A4-45C1-8E22-A9F6129472AF}" destId="{0225BE42-170F-48EF-9026-7EF5C23A5A9E}" srcOrd="1" destOrd="0" presId="urn:microsoft.com/office/officeart/2018/2/layout/IconCircleList"/>
    <dgm:cxn modelId="{9C4AC708-8795-4390-9E51-C8B0586F1E14}" type="presParOf" srcId="{F27AEF3E-B9A4-45C1-8E22-A9F6129472AF}" destId="{CDEC1B1E-3DEC-4DAD-A019-5D8793524BEF}" srcOrd="2" destOrd="0" presId="urn:microsoft.com/office/officeart/2018/2/layout/IconCircleList"/>
    <dgm:cxn modelId="{AD342827-8FC4-4046-8DEA-6F70351B8862}" type="presParOf" srcId="{F27AEF3E-B9A4-45C1-8E22-A9F6129472AF}" destId="{4C20C902-6D90-4E3E-973F-C561678D994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1DAAEA-CE6F-4BEC-863E-FE34C4973BD7}">
      <dsp:nvSpPr>
        <dsp:cNvPr id="0" name=""/>
        <dsp:cNvSpPr/>
      </dsp:nvSpPr>
      <dsp:spPr>
        <a:xfrm>
          <a:off x="518185" y="768902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0EDD60-86AA-4400-9932-A61D0516FB32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5DDFFB-5355-400B-A04C-B29E15AF09AD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Na aula anterior vimos como organizar a situação econômica para começar a empreender</a:t>
          </a:r>
        </a:p>
      </dsp:txBody>
      <dsp:txXfrm>
        <a:off x="46529" y="2703902"/>
        <a:ext cx="2418750" cy="720000"/>
      </dsp:txXfrm>
    </dsp:sp>
    <dsp:sp modelId="{53B29184-7EB1-40BA-8004-A6EEE51B2E59}">
      <dsp:nvSpPr>
        <dsp:cNvPr id="0" name=""/>
        <dsp:cNvSpPr/>
      </dsp:nvSpPr>
      <dsp:spPr>
        <a:xfrm>
          <a:off x="3360216" y="768902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8F8DBA-795C-476C-9BD0-6A020422FA60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FCE5AF-F83F-4572-95F3-198B8E1B75FB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Planejamento financeiro ajuda a reduzir riscos</a:t>
          </a:r>
        </a:p>
      </dsp:txBody>
      <dsp:txXfrm>
        <a:off x="2888560" y="2703902"/>
        <a:ext cx="2418750" cy="720000"/>
      </dsp:txXfrm>
    </dsp:sp>
    <dsp:sp modelId="{76931A09-03E1-4994-8FD6-85B90206C354}">
      <dsp:nvSpPr>
        <dsp:cNvPr id="0" name=""/>
        <dsp:cNvSpPr/>
      </dsp:nvSpPr>
      <dsp:spPr>
        <a:xfrm>
          <a:off x="6202248" y="768902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1864D3-060B-438F-B477-968752B09002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FCAFCE-E291-4326-88AA-017AB6662F2B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Empreender exige preparo, responsabilidade e visão de futuro</a:t>
          </a:r>
        </a:p>
      </dsp:txBody>
      <dsp:txXfrm>
        <a:off x="5730591" y="2703902"/>
        <a:ext cx="24187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BE0BFC-311F-4C52-A3A9-72207E161A0C}">
      <dsp:nvSpPr>
        <dsp:cNvPr id="0" name=""/>
        <dsp:cNvSpPr/>
      </dsp:nvSpPr>
      <dsp:spPr>
        <a:xfrm>
          <a:off x="827085" y="211"/>
          <a:ext cx="965039" cy="96503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6AE386-BADD-4A33-9BD0-FC74591EE844}">
      <dsp:nvSpPr>
        <dsp:cNvPr id="0" name=""/>
        <dsp:cNvSpPr/>
      </dsp:nvSpPr>
      <dsp:spPr>
        <a:xfrm>
          <a:off x="1032749" y="205875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7EB3C7-BB1E-4EAE-92B5-D017592702A5}">
      <dsp:nvSpPr>
        <dsp:cNvPr id="0" name=""/>
        <dsp:cNvSpPr/>
      </dsp:nvSpPr>
      <dsp:spPr>
        <a:xfrm>
          <a:off x="51858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Iniciativa</a:t>
          </a:r>
        </a:p>
      </dsp:txBody>
      <dsp:txXfrm>
        <a:off x="518589" y="1265836"/>
        <a:ext cx="1582031" cy="632812"/>
      </dsp:txXfrm>
    </dsp:sp>
    <dsp:sp modelId="{BEBAD804-206A-4E2C-A2C5-44147EE694AF}">
      <dsp:nvSpPr>
        <dsp:cNvPr id="0" name=""/>
        <dsp:cNvSpPr/>
      </dsp:nvSpPr>
      <dsp:spPr>
        <a:xfrm>
          <a:off x="2685972" y="211"/>
          <a:ext cx="965039" cy="96503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C32D32-1714-4BA0-B410-49E2750CFD08}">
      <dsp:nvSpPr>
        <dsp:cNvPr id="0" name=""/>
        <dsp:cNvSpPr/>
      </dsp:nvSpPr>
      <dsp:spPr>
        <a:xfrm>
          <a:off x="2891636" y="205875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B8DFDC-F506-4AB4-986C-EDCDA505DCC4}">
      <dsp:nvSpPr>
        <dsp:cNvPr id="0" name=""/>
        <dsp:cNvSpPr/>
      </dsp:nvSpPr>
      <dsp:spPr>
        <a:xfrm>
          <a:off x="2377476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Responsabilidade</a:t>
          </a:r>
        </a:p>
      </dsp:txBody>
      <dsp:txXfrm>
        <a:off x="2377476" y="1265836"/>
        <a:ext cx="1582031" cy="632812"/>
      </dsp:txXfrm>
    </dsp:sp>
    <dsp:sp modelId="{545FC43E-D3FD-4E98-8826-C0AE6D3ADC66}">
      <dsp:nvSpPr>
        <dsp:cNvPr id="0" name=""/>
        <dsp:cNvSpPr/>
      </dsp:nvSpPr>
      <dsp:spPr>
        <a:xfrm>
          <a:off x="4544859" y="211"/>
          <a:ext cx="965039" cy="96503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813158-A913-44ED-A5F0-3691E89B0370}">
      <dsp:nvSpPr>
        <dsp:cNvPr id="0" name=""/>
        <dsp:cNvSpPr/>
      </dsp:nvSpPr>
      <dsp:spPr>
        <a:xfrm>
          <a:off x="4750523" y="205875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5F298D-9F9D-431A-8BCA-5E3192B73C41}">
      <dsp:nvSpPr>
        <dsp:cNvPr id="0" name=""/>
        <dsp:cNvSpPr/>
      </dsp:nvSpPr>
      <dsp:spPr>
        <a:xfrm>
          <a:off x="4236363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Criatividade</a:t>
          </a:r>
        </a:p>
      </dsp:txBody>
      <dsp:txXfrm>
        <a:off x="4236363" y="1265836"/>
        <a:ext cx="1582031" cy="632812"/>
      </dsp:txXfrm>
    </dsp:sp>
    <dsp:sp modelId="{78E49A21-7B91-43DC-93AC-7ED592F71000}">
      <dsp:nvSpPr>
        <dsp:cNvPr id="0" name=""/>
        <dsp:cNvSpPr/>
      </dsp:nvSpPr>
      <dsp:spPr>
        <a:xfrm>
          <a:off x="6403746" y="211"/>
          <a:ext cx="965039" cy="96503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1E82DC-A574-4B3F-9565-0EE719EEFD04}">
      <dsp:nvSpPr>
        <dsp:cNvPr id="0" name=""/>
        <dsp:cNvSpPr/>
      </dsp:nvSpPr>
      <dsp:spPr>
        <a:xfrm>
          <a:off x="6609410" y="205875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92578B-9E0F-45BF-8AAC-FEF1AD752264}">
      <dsp:nvSpPr>
        <dsp:cNvPr id="0" name=""/>
        <dsp:cNvSpPr/>
      </dsp:nvSpPr>
      <dsp:spPr>
        <a:xfrm>
          <a:off x="609524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Capacidade de resolver problemas</a:t>
          </a:r>
        </a:p>
      </dsp:txBody>
      <dsp:txXfrm>
        <a:off x="6095249" y="1265836"/>
        <a:ext cx="1582031" cy="632812"/>
      </dsp:txXfrm>
    </dsp:sp>
    <dsp:sp modelId="{6E5AEE46-7A69-4C95-9509-D83E54442239}">
      <dsp:nvSpPr>
        <dsp:cNvPr id="0" name=""/>
        <dsp:cNvSpPr/>
      </dsp:nvSpPr>
      <dsp:spPr>
        <a:xfrm>
          <a:off x="2685972" y="2294156"/>
          <a:ext cx="965039" cy="96503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A84A85-B215-4996-A307-3460A564E21A}">
      <dsp:nvSpPr>
        <dsp:cNvPr id="0" name=""/>
        <dsp:cNvSpPr/>
      </dsp:nvSpPr>
      <dsp:spPr>
        <a:xfrm>
          <a:off x="2891636" y="2499820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33A53E-6E3A-41D3-81D4-E88EDECC6798}">
      <dsp:nvSpPr>
        <dsp:cNvPr id="0" name=""/>
        <dsp:cNvSpPr/>
      </dsp:nvSpPr>
      <dsp:spPr>
        <a:xfrm>
          <a:off x="2377476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Boa comunicação</a:t>
          </a:r>
        </a:p>
      </dsp:txBody>
      <dsp:txXfrm>
        <a:off x="2377476" y="3559781"/>
        <a:ext cx="1582031" cy="632812"/>
      </dsp:txXfrm>
    </dsp:sp>
    <dsp:sp modelId="{C6906907-4679-4BC7-A755-D0797404C00A}">
      <dsp:nvSpPr>
        <dsp:cNvPr id="0" name=""/>
        <dsp:cNvSpPr/>
      </dsp:nvSpPr>
      <dsp:spPr>
        <a:xfrm>
          <a:off x="4544859" y="2294156"/>
          <a:ext cx="965039" cy="96503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1819DD-5390-4671-9358-FD71FFBE397F}">
      <dsp:nvSpPr>
        <dsp:cNvPr id="0" name=""/>
        <dsp:cNvSpPr/>
      </dsp:nvSpPr>
      <dsp:spPr>
        <a:xfrm>
          <a:off x="4750523" y="2499820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0C45C2-054D-41AA-B7CF-629F5863D67C}">
      <dsp:nvSpPr>
        <dsp:cNvPr id="0" name=""/>
        <dsp:cNvSpPr/>
      </dsp:nvSpPr>
      <dsp:spPr>
        <a:xfrm>
          <a:off x="4236363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Persistência e ética profissional</a:t>
          </a:r>
        </a:p>
      </dsp:txBody>
      <dsp:txXfrm>
        <a:off x="4236363" y="3559781"/>
        <a:ext cx="1582031" cy="6328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264034-BAE4-4160-9D63-D33ADF5D971E}">
      <dsp:nvSpPr>
        <dsp:cNvPr id="0" name=""/>
        <dsp:cNvSpPr/>
      </dsp:nvSpPr>
      <dsp:spPr>
        <a:xfrm>
          <a:off x="2679674" y="757182"/>
          <a:ext cx="1044896" cy="10448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Instabilidade financeira no início</a:t>
          </a:r>
        </a:p>
      </dsp:txBody>
      <dsp:txXfrm>
        <a:off x="2679674" y="757182"/>
        <a:ext cx="1044896" cy="1044896"/>
      </dsp:txXfrm>
    </dsp:sp>
    <dsp:sp modelId="{3F83A646-17C2-4479-97B6-3DEBF57FF0E5}">
      <dsp:nvSpPr>
        <dsp:cNvPr id="0" name=""/>
        <dsp:cNvSpPr/>
      </dsp:nvSpPr>
      <dsp:spPr>
        <a:xfrm>
          <a:off x="218092" y="726519"/>
          <a:ext cx="3922160" cy="3922160"/>
        </a:xfrm>
        <a:prstGeom prst="circularArrow">
          <a:avLst>
            <a:gd name="adj1" fmla="val 5195"/>
            <a:gd name="adj2" fmla="val 335535"/>
            <a:gd name="adj3" fmla="val 21294783"/>
            <a:gd name="adj4" fmla="val 19764888"/>
            <a:gd name="adj5" fmla="val 6061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81F681-AF8C-494A-9169-D493102C7B3C}">
      <dsp:nvSpPr>
        <dsp:cNvPr id="0" name=""/>
        <dsp:cNvSpPr/>
      </dsp:nvSpPr>
      <dsp:spPr>
        <a:xfrm>
          <a:off x="3311891" y="2702947"/>
          <a:ext cx="1044896" cy="10448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Necessidade de planejamento</a:t>
          </a:r>
        </a:p>
      </dsp:txBody>
      <dsp:txXfrm>
        <a:off x="3311891" y="2702947"/>
        <a:ext cx="1044896" cy="1044896"/>
      </dsp:txXfrm>
    </dsp:sp>
    <dsp:sp modelId="{2FF32CE1-DE65-478D-BD96-0168C3F36A8B}">
      <dsp:nvSpPr>
        <dsp:cNvPr id="0" name=""/>
        <dsp:cNvSpPr/>
      </dsp:nvSpPr>
      <dsp:spPr>
        <a:xfrm>
          <a:off x="218092" y="726519"/>
          <a:ext cx="3922160" cy="3922160"/>
        </a:xfrm>
        <a:prstGeom prst="circularArrow">
          <a:avLst>
            <a:gd name="adj1" fmla="val 5195"/>
            <a:gd name="adj2" fmla="val 335535"/>
            <a:gd name="adj3" fmla="val 4016296"/>
            <a:gd name="adj4" fmla="val 2251966"/>
            <a:gd name="adj5" fmla="val 6061"/>
          </a:avLst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D7974A-3847-4929-8D9F-6F4213D2E713}">
      <dsp:nvSpPr>
        <dsp:cNvPr id="0" name=""/>
        <dsp:cNvSpPr/>
      </dsp:nvSpPr>
      <dsp:spPr>
        <a:xfrm>
          <a:off x="1656724" y="3905496"/>
          <a:ext cx="1044896" cy="10448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Concorrência</a:t>
          </a:r>
        </a:p>
      </dsp:txBody>
      <dsp:txXfrm>
        <a:off x="1656724" y="3905496"/>
        <a:ext cx="1044896" cy="1044896"/>
      </dsp:txXfrm>
    </dsp:sp>
    <dsp:sp modelId="{6B255E8C-EB02-4D33-982A-573BE99E4AFF}">
      <dsp:nvSpPr>
        <dsp:cNvPr id="0" name=""/>
        <dsp:cNvSpPr/>
      </dsp:nvSpPr>
      <dsp:spPr>
        <a:xfrm>
          <a:off x="218092" y="726519"/>
          <a:ext cx="3922160" cy="3922160"/>
        </a:xfrm>
        <a:prstGeom prst="circularArrow">
          <a:avLst>
            <a:gd name="adj1" fmla="val 5195"/>
            <a:gd name="adj2" fmla="val 335535"/>
            <a:gd name="adj3" fmla="val 8212500"/>
            <a:gd name="adj4" fmla="val 6448170"/>
            <a:gd name="adj5" fmla="val 6061"/>
          </a:avLst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A00FD0-BB6E-4B58-9F2D-EFA961671949}">
      <dsp:nvSpPr>
        <dsp:cNvPr id="0" name=""/>
        <dsp:cNvSpPr/>
      </dsp:nvSpPr>
      <dsp:spPr>
        <a:xfrm>
          <a:off x="1557" y="2702947"/>
          <a:ext cx="1044896" cy="10448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Captação de clientes</a:t>
          </a:r>
        </a:p>
      </dsp:txBody>
      <dsp:txXfrm>
        <a:off x="1557" y="2702947"/>
        <a:ext cx="1044896" cy="1044896"/>
      </dsp:txXfrm>
    </dsp:sp>
    <dsp:sp modelId="{DE033B98-1D9A-4E52-BA6C-219DE28CE5EA}">
      <dsp:nvSpPr>
        <dsp:cNvPr id="0" name=""/>
        <dsp:cNvSpPr/>
      </dsp:nvSpPr>
      <dsp:spPr>
        <a:xfrm>
          <a:off x="218092" y="726519"/>
          <a:ext cx="3922160" cy="3922160"/>
        </a:xfrm>
        <a:prstGeom prst="circularArrow">
          <a:avLst>
            <a:gd name="adj1" fmla="val 5195"/>
            <a:gd name="adj2" fmla="val 335535"/>
            <a:gd name="adj3" fmla="val 12299577"/>
            <a:gd name="adj4" fmla="val 10769682"/>
            <a:gd name="adj5" fmla="val 6061"/>
          </a:avLst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C40F90-A449-4BE1-8FE3-D7F3327139A2}">
      <dsp:nvSpPr>
        <dsp:cNvPr id="0" name=""/>
        <dsp:cNvSpPr/>
      </dsp:nvSpPr>
      <dsp:spPr>
        <a:xfrm>
          <a:off x="633775" y="757182"/>
          <a:ext cx="1044896" cy="10448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Manutenção</a:t>
          </a:r>
          <a:r>
            <a:rPr lang="en-US" sz="1400" kern="1200" dirty="0"/>
            <a:t> da </a:t>
          </a:r>
          <a:r>
            <a:rPr lang="en-US" sz="1400" kern="1200"/>
            <a:t>qualidade</a:t>
          </a:r>
          <a:r>
            <a:rPr lang="en-US" sz="1400" kern="1200" dirty="0"/>
            <a:t> do </a:t>
          </a:r>
          <a:r>
            <a:rPr lang="en-US" sz="1400" kern="1200" dirty="0" err="1"/>
            <a:t>serviço</a:t>
          </a:r>
          <a:endParaRPr lang="en-US" sz="1400" kern="1200" dirty="0"/>
        </a:p>
      </dsp:txBody>
      <dsp:txXfrm>
        <a:off x="633775" y="757182"/>
        <a:ext cx="1044896" cy="1044896"/>
      </dsp:txXfrm>
    </dsp:sp>
    <dsp:sp modelId="{566DDAA4-D137-4992-A951-71A25DF080E1}">
      <dsp:nvSpPr>
        <dsp:cNvPr id="0" name=""/>
        <dsp:cNvSpPr/>
      </dsp:nvSpPr>
      <dsp:spPr>
        <a:xfrm>
          <a:off x="218092" y="726519"/>
          <a:ext cx="3922160" cy="3922160"/>
        </a:xfrm>
        <a:prstGeom prst="circularArrow">
          <a:avLst>
            <a:gd name="adj1" fmla="val 5195"/>
            <a:gd name="adj2" fmla="val 335535"/>
            <a:gd name="adj3" fmla="val 16867279"/>
            <a:gd name="adj4" fmla="val 15197186"/>
            <a:gd name="adj5" fmla="val 6061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DB275C-AFDB-4322-9762-B58B742C7572}">
      <dsp:nvSpPr>
        <dsp:cNvPr id="0" name=""/>
        <dsp:cNvSpPr/>
      </dsp:nvSpPr>
      <dsp:spPr>
        <a:xfrm>
          <a:off x="537299" y="136220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0A62C6-84CD-4A52-BF20-C8854A38DCE2}">
      <dsp:nvSpPr>
        <dsp:cNvPr id="0" name=""/>
        <dsp:cNvSpPr/>
      </dsp:nvSpPr>
      <dsp:spPr>
        <a:xfrm>
          <a:off x="42299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Prioriza</a:t>
          </a:r>
          <a:r>
            <a:rPr lang="en-US" sz="1500" kern="1200" dirty="0"/>
            <a:t> </a:t>
          </a:r>
          <a:r>
            <a:rPr lang="en-US" sz="1500" kern="1200" dirty="0" err="1"/>
            <a:t>pessoas</a:t>
          </a:r>
          <a:r>
            <a:rPr lang="en-US" sz="1500" kern="1200" dirty="0"/>
            <a:t> e </a:t>
          </a:r>
          <a:r>
            <a:rPr lang="en-US" sz="1500" kern="1200" dirty="0" err="1"/>
            <a:t>comunidade</a:t>
          </a:r>
          <a:r>
            <a:rPr lang="en-US" sz="1500" kern="1200" dirty="0"/>
            <a:t>, </a:t>
          </a:r>
          <a:r>
            <a:rPr lang="en-US" sz="1500" kern="1200" dirty="0" err="1"/>
            <a:t>não</a:t>
          </a:r>
          <a:r>
            <a:rPr lang="en-US" sz="1500" kern="1200" dirty="0"/>
            <a:t> </a:t>
          </a:r>
          <a:r>
            <a:rPr lang="en-US" sz="1500" kern="1200" dirty="0" err="1"/>
            <a:t>apenas</a:t>
          </a:r>
          <a:r>
            <a:rPr lang="en-US" sz="1500" kern="1200" dirty="0"/>
            <a:t> o </a:t>
          </a:r>
          <a:r>
            <a:rPr lang="en-US" sz="1500" kern="1200" dirty="0" err="1"/>
            <a:t>lucro</a:t>
          </a:r>
          <a:endParaRPr lang="en-US" sz="1500" kern="1200" dirty="0"/>
        </a:p>
      </dsp:txBody>
      <dsp:txXfrm>
        <a:off x="42299" y="2443760"/>
        <a:ext cx="1800000" cy="720000"/>
      </dsp:txXfrm>
    </dsp:sp>
    <dsp:sp modelId="{CE59BA44-19CC-4054-9F06-11AC2069698C}">
      <dsp:nvSpPr>
        <dsp:cNvPr id="0" name=""/>
        <dsp:cNvSpPr/>
      </dsp:nvSpPr>
      <dsp:spPr>
        <a:xfrm>
          <a:off x="2652300" y="136220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AF651C-67D8-456A-B16F-1032210D288F}">
      <dsp:nvSpPr>
        <dsp:cNvPr id="0" name=""/>
        <dsp:cNvSpPr/>
      </dsp:nvSpPr>
      <dsp:spPr>
        <a:xfrm>
          <a:off x="21573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Modelo </a:t>
          </a:r>
          <a:r>
            <a:rPr lang="en-US" sz="1500" kern="1200" dirty="0" err="1"/>
            <a:t>econômico</a:t>
          </a:r>
          <a:r>
            <a:rPr lang="en-US" sz="1500" kern="1200" dirty="0"/>
            <a:t> </a:t>
          </a:r>
          <a:r>
            <a:rPr lang="en-US" sz="1500" kern="1200" dirty="0" err="1"/>
            <a:t>baseado</a:t>
          </a:r>
          <a:r>
            <a:rPr lang="en-US" sz="1500" kern="1200" dirty="0"/>
            <a:t> </a:t>
          </a:r>
          <a:r>
            <a:rPr lang="en-US" sz="1500" kern="1200" dirty="0" err="1"/>
            <a:t>na</a:t>
          </a:r>
          <a:r>
            <a:rPr lang="en-US" sz="1500" kern="1200" dirty="0"/>
            <a:t> </a:t>
          </a:r>
          <a:r>
            <a:rPr lang="en-US" sz="1500" kern="1200" dirty="0" err="1"/>
            <a:t>cooperação</a:t>
          </a:r>
          <a:endParaRPr lang="en-US" sz="1500" kern="1200" dirty="0"/>
        </a:p>
      </dsp:txBody>
      <dsp:txXfrm>
        <a:off x="2157300" y="2443760"/>
        <a:ext cx="1800000" cy="720000"/>
      </dsp:txXfrm>
    </dsp:sp>
    <dsp:sp modelId="{02C616AA-571A-4CF4-ABE7-19CB8F9FFD19}">
      <dsp:nvSpPr>
        <dsp:cNvPr id="0" name=""/>
        <dsp:cNvSpPr/>
      </dsp:nvSpPr>
      <dsp:spPr>
        <a:xfrm>
          <a:off x="4767300" y="136220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CF4C95-FCD6-47D0-944D-0E40EE4C7AC1}">
      <dsp:nvSpPr>
        <dsp:cNvPr id="0" name=""/>
        <dsp:cNvSpPr/>
      </dsp:nvSpPr>
      <dsp:spPr>
        <a:xfrm>
          <a:off x="42723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Valoriza</a:t>
          </a:r>
          <a:r>
            <a:rPr lang="en-US" sz="1500" kern="1200" dirty="0"/>
            <a:t> o </a:t>
          </a:r>
          <a:r>
            <a:rPr lang="en-US" sz="1500" kern="1200" dirty="0" err="1"/>
            <a:t>trabalho</a:t>
          </a:r>
          <a:r>
            <a:rPr lang="en-US" sz="1500" kern="1200" dirty="0"/>
            <a:t> </a:t>
          </a:r>
          <a:r>
            <a:rPr lang="en-US" sz="1500" kern="1200" dirty="0" err="1"/>
            <a:t>coletivo</a:t>
          </a:r>
          <a:endParaRPr lang="en-US" sz="1500" kern="1200" dirty="0"/>
        </a:p>
      </dsp:txBody>
      <dsp:txXfrm>
        <a:off x="4272300" y="2443760"/>
        <a:ext cx="1800000" cy="720000"/>
      </dsp:txXfrm>
    </dsp:sp>
    <dsp:sp modelId="{E1AF961D-F853-401F-8B22-66C754A09117}">
      <dsp:nvSpPr>
        <dsp:cNvPr id="0" name=""/>
        <dsp:cNvSpPr/>
      </dsp:nvSpPr>
      <dsp:spPr>
        <a:xfrm>
          <a:off x="6882300" y="136220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0C273A-4071-4EFD-BC36-2724D180F090}">
      <dsp:nvSpPr>
        <dsp:cNvPr id="0" name=""/>
        <dsp:cNvSpPr/>
      </dsp:nvSpPr>
      <dsp:spPr>
        <a:xfrm>
          <a:off x="63873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Busca</a:t>
          </a:r>
          <a:r>
            <a:rPr lang="en-US" sz="1500" kern="1200" dirty="0"/>
            <a:t> </a:t>
          </a:r>
          <a:r>
            <a:rPr lang="en-US" sz="1500" kern="1200" dirty="0" err="1"/>
            <a:t>justiça</a:t>
          </a:r>
          <a:r>
            <a:rPr lang="en-US" sz="1500" kern="1200" dirty="0"/>
            <a:t> social e </a:t>
          </a:r>
          <a:r>
            <a:rPr lang="en-US" sz="1500" kern="1200" dirty="0" err="1"/>
            <a:t>distribuição</a:t>
          </a:r>
          <a:r>
            <a:rPr lang="en-US" sz="1500" kern="1200" dirty="0"/>
            <a:t> </a:t>
          </a:r>
          <a:r>
            <a:rPr lang="en-US" sz="1500" kern="1200" dirty="0" err="1"/>
            <a:t>mais</a:t>
          </a:r>
          <a:r>
            <a:rPr lang="en-US" sz="1500" kern="1200" dirty="0"/>
            <a:t> </a:t>
          </a:r>
          <a:r>
            <a:rPr lang="en-US" sz="1500" kern="1200" dirty="0" err="1"/>
            <a:t>equilibrada</a:t>
          </a:r>
          <a:r>
            <a:rPr lang="en-US" sz="1500" kern="1200" dirty="0"/>
            <a:t> da </a:t>
          </a:r>
          <a:r>
            <a:rPr lang="en-US" sz="1500" kern="1200" dirty="0" err="1"/>
            <a:t>renda</a:t>
          </a:r>
          <a:endParaRPr lang="en-US" sz="1500" kern="1200" dirty="0"/>
        </a:p>
      </dsp:txBody>
      <dsp:txXfrm>
        <a:off x="6387300" y="2443760"/>
        <a:ext cx="180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DB275C-AFDB-4322-9762-B58B742C7572}">
      <dsp:nvSpPr>
        <dsp:cNvPr id="0" name=""/>
        <dsp:cNvSpPr/>
      </dsp:nvSpPr>
      <dsp:spPr>
        <a:xfrm>
          <a:off x="537299" y="136220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0A62C6-84CD-4A52-BF20-C8854A38DCE2}">
      <dsp:nvSpPr>
        <dsp:cNvPr id="0" name=""/>
        <dsp:cNvSpPr/>
      </dsp:nvSpPr>
      <dsp:spPr>
        <a:xfrm>
          <a:off x="42299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União voluntária de pessoas com objetivos em comum</a:t>
          </a:r>
        </a:p>
      </dsp:txBody>
      <dsp:txXfrm>
        <a:off x="42299" y="2443760"/>
        <a:ext cx="1800000" cy="720000"/>
      </dsp:txXfrm>
    </dsp:sp>
    <dsp:sp modelId="{CE59BA44-19CC-4054-9F06-11AC2069698C}">
      <dsp:nvSpPr>
        <dsp:cNvPr id="0" name=""/>
        <dsp:cNvSpPr/>
      </dsp:nvSpPr>
      <dsp:spPr>
        <a:xfrm>
          <a:off x="2652300" y="136220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AF651C-67D8-456A-B16F-1032210D288F}">
      <dsp:nvSpPr>
        <dsp:cNvPr id="0" name=""/>
        <dsp:cNvSpPr/>
      </dsp:nvSpPr>
      <dsp:spPr>
        <a:xfrm>
          <a:off x="21573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Associações não têm finalidade lucrativa</a:t>
          </a:r>
        </a:p>
      </dsp:txBody>
      <dsp:txXfrm>
        <a:off x="2157300" y="2443760"/>
        <a:ext cx="1800000" cy="720000"/>
      </dsp:txXfrm>
    </dsp:sp>
    <dsp:sp modelId="{02C616AA-571A-4CF4-ABE7-19CB8F9FFD19}">
      <dsp:nvSpPr>
        <dsp:cNvPr id="0" name=""/>
        <dsp:cNvSpPr/>
      </dsp:nvSpPr>
      <dsp:spPr>
        <a:xfrm>
          <a:off x="4767300" y="136220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CF4C95-FCD6-47D0-944D-0E40EE4C7AC1}">
      <dsp:nvSpPr>
        <dsp:cNvPr id="0" name=""/>
        <dsp:cNvSpPr/>
      </dsp:nvSpPr>
      <dsp:spPr>
        <a:xfrm>
          <a:off x="42723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Buscam representar interesses de um grupo</a:t>
          </a:r>
        </a:p>
      </dsp:txBody>
      <dsp:txXfrm>
        <a:off x="4272300" y="2443760"/>
        <a:ext cx="1800000" cy="720000"/>
      </dsp:txXfrm>
    </dsp:sp>
    <dsp:sp modelId="{E1AF961D-F853-401F-8B22-66C754A09117}">
      <dsp:nvSpPr>
        <dsp:cNvPr id="0" name=""/>
        <dsp:cNvSpPr/>
      </dsp:nvSpPr>
      <dsp:spPr>
        <a:xfrm>
          <a:off x="6882300" y="136220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0C273A-4071-4EFD-BC36-2724D180F090}">
      <dsp:nvSpPr>
        <dsp:cNvPr id="0" name=""/>
        <dsp:cNvSpPr/>
      </dsp:nvSpPr>
      <dsp:spPr>
        <a:xfrm>
          <a:off x="63873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Promovem apoio mútuo e fortalecimento coletivo</a:t>
          </a:r>
        </a:p>
      </dsp:txBody>
      <dsp:txXfrm>
        <a:off x="6387300" y="2443760"/>
        <a:ext cx="180000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DB275C-AFDB-4322-9762-B58B742C7572}">
      <dsp:nvSpPr>
        <dsp:cNvPr id="0" name=""/>
        <dsp:cNvSpPr/>
      </dsp:nvSpPr>
      <dsp:spPr>
        <a:xfrm>
          <a:off x="537299" y="136220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0A62C6-84CD-4A52-BF20-C8854A38DCE2}">
      <dsp:nvSpPr>
        <dsp:cNvPr id="0" name=""/>
        <dsp:cNvSpPr/>
      </dsp:nvSpPr>
      <dsp:spPr>
        <a:xfrm>
          <a:off x="42299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 dirty="0"/>
            <a:t>Modelo de organização econômica coletiva</a:t>
          </a:r>
          <a:endParaRPr lang="en-US" sz="1500" kern="1200" dirty="0"/>
        </a:p>
      </dsp:txBody>
      <dsp:txXfrm>
        <a:off x="42299" y="2443760"/>
        <a:ext cx="1800000" cy="720000"/>
      </dsp:txXfrm>
    </dsp:sp>
    <dsp:sp modelId="{CE59BA44-19CC-4054-9F06-11AC2069698C}">
      <dsp:nvSpPr>
        <dsp:cNvPr id="0" name=""/>
        <dsp:cNvSpPr/>
      </dsp:nvSpPr>
      <dsp:spPr>
        <a:xfrm>
          <a:off x="2652300" y="136220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AF651C-67D8-456A-B16F-1032210D288F}">
      <dsp:nvSpPr>
        <dsp:cNvPr id="0" name=""/>
        <dsp:cNvSpPr/>
      </dsp:nvSpPr>
      <dsp:spPr>
        <a:xfrm>
          <a:off x="21573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 dirty="0"/>
            <a:t>Cooperativas têm finalidade econômica</a:t>
          </a:r>
          <a:endParaRPr lang="en-US" sz="1500" kern="1200" dirty="0"/>
        </a:p>
      </dsp:txBody>
      <dsp:txXfrm>
        <a:off x="2157300" y="2443760"/>
        <a:ext cx="1800000" cy="720000"/>
      </dsp:txXfrm>
    </dsp:sp>
    <dsp:sp modelId="{02C616AA-571A-4CF4-ABE7-19CB8F9FFD19}">
      <dsp:nvSpPr>
        <dsp:cNvPr id="0" name=""/>
        <dsp:cNvSpPr/>
      </dsp:nvSpPr>
      <dsp:spPr>
        <a:xfrm>
          <a:off x="4767300" y="136220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CF4C95-FCD6-47D0-944D-0E40EE4C7AC1}">
      <dsp:nvSpPr>
        <dsp:cNvPr id="0" name=""/>
        <dsp:cNvSpPr/>
      </dsp:nvSpPr>
      <dsp:spPr>
        <a:xfrm>
          <a:off x="42723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 dirty="0"/>
            <a:t>Os membros são donos e usuários ao mesmo tempo</a:t>
          </a:r>
          <a:endParaRPr lang="en-US" sz="1500" kern="1200" dirty="0"/>
        </a:p>
      </dsp:txBody>
      <dsp:txXfrm>
        <a:off x="4272300" y="2443760"/>
        <a:ext cx="1800000" cy="720000"/>
      </dsp:txXfrm>
    </dsp:sp>
    <dsp:sp modelId="{E1AF961D-F853-401F-8B22-66C754A09117}">
      <dsp:nvSpPr>
        <dsp:cNvPr id="0" name=""/>
        <dsp:cNvSpPr/>
      </dsp:nvSpPr>
      <dsp:spPr>
        <a:xfrm>
          <a:off x="6882300" y="136220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0C273A-4071-4EFD-BC36-2724D180F090}">
      <dsp:nvSpPr>
        <dsp:cNvPr id="0" name=""/>
        <dsp:cNvSpPr/>
      </dsp:nvSpPr>
      <dsp:spPr>
        <a:xfrm>
          <a:off x="63873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 dirty="0"/>
            <a:t>Resultados são divididos de forma justa entre cooperados</a:t>
          </a:r>
          <a:endParaRPr lang="en-US" sz="1500" kern="1200" dirty="0"/>
        </a:p>
      </dsp:txBody>
      <dsp:txXfrm>
        <a:off x="6387300" y="2443760"/>
        <a:ext cx="180000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575C5D-8405-4B9A-B75C-6946AFE9B5FF}">
      <dsp:nvSpPr>
        <dsp:cNvPr id="0" name=""/>
        <dsp:cNvSpPr/>
      </dsp:nvSpPr>
      <dsp:spPr>
        <a:xfrm>
          <a:off x="0" y="0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B7F23B-1098-4C7B-A99D-A2E05ED2C823}">
      <dsp:nvSpPr>
        <dsp:cNvPr id="0" name=""/>
        <dsp:cNvSpPr/>
      </dsp:nvSpPr>
      <dsp:spPr>
        <a:xfrm>
          <a:off x="0" y="0"/>
          <a:ext cx="4718785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 err="1"/>
            <a:t>Associação</a:t>
          </a:r>
          <a:r>
            <a:rPr lang="en-US" sz="2900" b="1" kern="1200" dirty="0"/>
            <a:t>: </a:t>
          </a:r>
          <a:r>
            <a:rPr lang="en-US" sz="2900" kern="1200" dirty="0" err="1"/>
            <a:t>foco</a:t>
          </a:r>
          <a:r>
            <a:rPr lang="en-US" sz="2900" kern="1200" dirty="0"/>
            <a:t> social e </a:t>
          </a:r>
          <a:r>
            <a:rPr lang="en-US" sz="2900" kern="1200" dirty="0" err="1"/>
            <a:t>representativo</a:t>
          </a:r>
          <a:endParaRPr lang="en-US" sz="2900" kern="1200" dirty="0"/>
        </a:p>
      </dsp:txBody>
      <dsp:txXfrm>
        <a:off x="0" y="0"/>
        <a:ext cx="4718785" cy="1382683"/>
      </dsp:txXfrm>
    </dsp:sp>
    <dsp:sp modelId="{C2AC9D5B-610E-47D7-BD97-3F0B9BD4188C}">
      <dsp:nvSpPr>
        <dsp:cNvPr id="0" name=""/>
        <dsp:cNvSpPr/>
      </dsp:nvSpPr>
      <dsp:spPr>
        <a:xfrm>
          <a:off x="0" y="1382683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892E9A-C951-4B5B-8B99-C469166D2126}">
      <dsp:nvSpPr>
        <dsp:cNvPr id="0" name=""/>
        <dsp:cNvSpPr/>
      </dsp:nvSpPr>
      <dsp:spPr>
        <a:xfrm>
          <a:off x="0" y="1382683"/>
          <a:ext cx="4718785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/>
            <a:t>Cooperativa: </a:t>
          </a:r>
          <a:r>
            <a:rPr lang="en-US" sz="2900" kern="1200" dirty="0" err="1"/>
            <a:t>foco</a:t>
          </a:r>
          <a:r>
            <a:rPr lang="en-US" sz="2900" kern="1200" dirty="0"/>
            <a:t> </a:t>
          </a:r>
          <a:r>
            <a:rPr lang="en-US" sz="2900" kern="1200" dirty="0" err="1"/>
            <a:t>econômico</a:t>
          </a:r>
          <a:r>
            <a:rPr lang="en-US" sz="2900" kern="1200" dirty="0"/>
            <a:t> e </a:t>
          </a:r>
          <a:r>
            <a:rPr lang="en-US" sz="2900" kern="1200" dirty="0" err="1"/>
            <a:t>geração</a:t>
          </a:r>
          <a:r>
            <a:rPr lang="en-US" sz="2900" kern="1200" dirty="0"/>
            <a:t> de </a:t>
          </a:r>
          <a:r>
            <a:rPr lang="en-US" sz="2900" kern="1200" dirty="0" err="1"/>
            <a:t>renda</a:t>
          </a:r>
          <a:endParaRPr lang="en-US" sz="2900" kern="1200" dirty="0"/>
        </a:p>
      </dsp:txBody>
      <dsp:txXfrm>
        <a:off x="0" y="1382683"/>
        <a:ext cx="4718785" cy="1382683"/>
      </dsp:txXfrm>
    </dsp:sp>
    <dsp:sp modelId="{65EF1D9E-2838-4FA7-9136-1934D08D5C43}">
      <dsp:nvSpPr>
        <dsp:cNvPr id="0" name=""/>
        <dsp:cNvSpPr/>
      </dsp:nvSpPr>
      <dsp:spPr>
        <a:xfrm>
          <a:off x="0" y="2765367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034507-21B9-4B9B-B7EA-488BFEAF017D}">
      <dsp:nvSpPr>
        <dsp:cNvPr id="0" name=""/>
        <dsp:cNvSpPr/>
      </dsp:nvSpPr>
      <dsp:spPr>
        <a:xfrm>
          <a:off x="0" y="2765367"/>
          <a:ext cx="4718785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 err="1"/>
            <a:t>Associações</a:t>
          </a:r>
          <a:r>
            <a:rPr lang="en-US" sz="2900" b="1" kern="1200" dirty="0"/>
            <a:t>:</a:t>
          </a:r>
          <a:r>
            <a:rPr lang="en-US" sz="2900" kern="1200" dirty="0"/>
            <a:t> </a:t>
          </a:r>
          <a:r>
            <a:rPr lang="en-US" sz="2900" kern="1200" dirty="0" err="1"/>
            <a:t>não</a:t>
          </a:r>
          <a:r>
            <a:rPr lang="en-US" sz="2900" kern="1200" dirty="0"/>
            <a:t> </a:t>
          </a:r>
          <a:r>
            <a:rPr lang="en-US" sz="2900" kern="1200" dirty="0" err="1"/>
            <a:t>distribuem</a:t>
          </a:r>
          <a:r>
            <a:rPr lang="en-US" sz="2900" kern="1200" dirty="0"/>
            <a:t> </a:t>
          </a:r>
          <a:r>
            <a:rPr lang="en-US" sz="2900" kern="1200" dirty="0" err="1"/>
            <a:t>lucro</a:t>
          </a:r>
          <a:endParaRPr lang="en-US" sz="2900" kern="1200" dirty="0"/>
        </a:p>
      </dsp:txBody>
      <dsp:txXfrm>
        <a:off x="0" y="2765367"/>
        <a:ext cx="4718785" cy="1382683"/>
      </dsp:txXfrm>
    </dsp:sp>
    <dsp:sp modelId="{1CB3E43C-83D3-47D8-80FD-0E4A7BC1885F}">
      <dsp:nvSpPr>
        <dsp:cNvPr id="0" name=""/>
        <dsp:cNvSpPr/>
      </dsp:nvSpPr>
      <dsp:spPr>
        <a:xfrm>
          <a:off x="0" y="4148051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ABA3B6-D2FC-4E60-B2BC-B3D44E3C39BB}">
      <dsp:nvSpPr>
        <dsp:cNvPr id="0" name=""/>
        <dsp:cNvSpPr/>
      </dsp:nvSpPr>
      <dsp:spPr>
        <a:xfrm>
          <a:off x="0" y="4148051"/>
          <a:ext cx="4718785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 err="1"/>
            <a:t>Cooperativas</a:t>
          </a:r>
          <a:r>
            <a:rPr lang="en-US" sz="2900" b="1" kern="1200" dirty="0"/>
            <a:t>: </a:t>
          </a:r>
          <a:r>
            <a:rPr lang="en-US" sz="2900" kern="1200" dirty="0" err="1"/>
            <a:t>distribuem</a:t>
          </a:r>
          <a:r>
            <a:rPr lang="en-US" sz="2900" kern="1200" dirty="0"/>
            <a:t> </a:t>
          </a:r>
          <a:r>
            <a:rPr lang="en-US" sz="2900" kern="1200" dirty="0" err="1"/>
            <a:t>resultados</a:t>
          </a:r>
          <a:r>
            <a:rPr lang="en-US" sz="2900" kern="1200" dirty="0"/>
            <a:t> entre </a:t>
          </a:r>
          <a:r>
            <a:rPr lang="en-US" sz="2900" kern="1200" dirty="0" err="1"/>
            <a:t>cooperados</a:t>
          </a:r>
          <a:endParaRPr lang="en-US" sz="2900" kern="1200" dirty="0"/>
        </a:p>
      </dsp:txBody>
      <dsp:txXfrm>
        <a:off x="0" y="4148051"/>
        <a:ext cx="4718785" cy="138268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6EBF66-E2E8-4013-8B0E-BE679A91F496}">
      <dsp:nvSpPr>
        <dsp:cNvPr id="0" name=""/>
        <dsp:cNvSpPr/>
      </dsp:nvSpPr>
      <dsp:spPr>
        <a:xfrm>
          <a:off x="334403" y="2600"/>
          <a:ext cx="955560" cy="95556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BC877F-3AD1-4C04-AC28-F3D91872DD7F}">
      <dsp:nvSpPr>
        <dsp:cNvPr id="0" name=""/>
        <dsp:cNvSpPr/>
      </dsp:nvSpPr>
      <dsp:spPr>
        <a:xfrm>
          <a:off x="535070" y="203268"/>
          <a:ext cx="554225" cy="5542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6EB31D-4053-451E-B800-8EAE535966FE}">
      <dsp:nvSpPr>
        <dsp:cNvPr id="0" name=""/>
        <dsp:cNvSpPr/>
      </dsp:nvSpPr>
      <dsp:spPr>
        <a:xfrm>
          <a:off x="1494726" y="2600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Organização coletiva de profissionais</a:t>
          </a:r>
        </a:p>
      </dsp:txBody>
      <dsp:txXfrm>
        <a:off x="1494726" y="2600"/>
        <a:ext cx="2252392" cy="955560"/>
      </dsp:txXfrm>
    </dsp:sp>
    <dsp:sp modelId="{5AE13173-22F4-4ED4-9E5E-FBEAF219D6F1}">
      <dsp:nvSpPr>
        <dsp:cNvPr id="0" name=""/>
        <dsp:cNvSpPr/>
      </dsp:nvSpPr>
      <dsp:spPr>
        <a:xfrm>
          <a:off x="4139581" y="2600"/>
          <a:ext cx="955560" cy="95556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78D626-CE60-457E-AB45-3CFA1D71D35C}">
      <dsp:nvSpPr>
        <dsp:cNvPr id="0" name=""/>
        <dsp:cNvSpPr/>
      </dsp:nvSpPr>
      <dsp:spPr>
        <a:xfrm>
          <a:off x="4340248" y="203268"/>
          <a:ext cx="554225" cy="5542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41142E-1B7E-49E6-8375-D197BB7991DF}">
      <dsp:nvSpPr>
        <dsp:cNvPr id="0" name=""/>
        <dsp:cNvSpPr/>
      </dsp:nvSpPr>
      <dsp:spPr>
        <a:xfrm>
          <a:off x="5299904" y="2600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Divisão de custos administrativos</a:t>
          </a:r>
        </a:p>
      </dsp:txBody>
      <dsp:txXfrm>
        <a:off x="5299904" y="2600"/>
        <a:ext cx="2252392" cy="955560"/>
      </dsp:txXfrm>
    </dsp:sp>
    <dsp:sp modelId="{6B992DA8-EB9E-4983-A6F8-26119C5537D5}">
      <dsp:nvSpPr>
        <dsp:cNvPr id="0" name=""/>
        <dsp:cNvSpPr/>
      </dsp:nvSpPr>
      <dsp:spPr>
        <a:xfrm>
          <a:off x="334403" y="1697888"/>
          <a:ext cx="955560" cy="95556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2A56FC-B862-46A7-96D4-27D811137EE4}">
      <dsp:nvSpPr>
        <dsp:cNvPr id="0" name=""/>
        <dsp:cNvSpPr/>
      </dsp:nvSpPr>
      <dsp:spPr>
        <a:xfrm>
          <a:off x="535070" y="1898556"/>
          <a:ext cx="554225" cy="5542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ADA9B2-83FF-4940-99E7-D5C9E31EC37A}">
      <dsp:nvSpPr>
        <dsp:cNvPr id="0" name=""/>
        <dsp:cNvSpPr/>
      </dsp:nvSpPr>
      <dsp:spPr>
        <a:xfrm>
          <a:off x="1494726" y="1697888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Maior capacidade de atender clientes</a:t>
          </a:r>
        </a:p>
      </dsp:txBody>
      <dsp:txXfrm>
        <a:off x="1494726" y="1697888"/>
        <a:ext cx="2252392" cy="955560"/>
      </dsp:txXfrm>
    </dsp:sp>
    <dsp:sp modelId="{42560740-A0A8-48C7-BE01-D49ABEDA821E}">
      <dsp:nvSpPr>
        <dsp:cNvPr id="0" name=""/>
        <dsp:cNvSpPr/>
      </dsp:nvSpPr>
      <dsp:spPr>
        <a:xfrm>
          <a:off x="4139581" y="1697888"/>
          <a:ext cx="955560" cy="95556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722BDB-720C-437D-8B84-0A42B491F30E}">
      <dsp:nvSpPr>
        <dsp:cNvPr id="0" name=""/>
        <dsp:cNvSpPr/>
      </dsp:nvSpPr>
      <dsp:spPr>
        <a:xfrm>
          <a:off x="4340248" y="1898556"/>
          <a:ext cx="554225" cy="5542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2A416D-1E88-44A1-8134-271370CD365C}">
      <dsp:nvSpPr>
        <dsp:cNvPr id="0" name=""/>
        <dsp:cNvSpPr/>
      </dsp:nvSpPr>
      <dsp:spPr>
        <a:xfrm>
          <a:off x="5299904" y="1697888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Possibilidade de contratos maiores</a:t>
          </a:r>
        </a:p>
      </dsp:txBody>
      <dsp:txXfrm>
        <a:off x="5299904" y="1697888"/>
        <a:ext cx="2252392" cy="955560"/>
      </dsp:txXfrm>
    </dsp:sp>
    <dsp:sp modelId="{3EB127C2-FD66-4FAA-B629-33C3E3296B21}">
      <dsp:nvSpPr>
        <dsp:cNvPr id="0" name=""/>
        <dsp:cNvSpPr/>
      </dsp:nvSpPr>
      <dsp:spPr>
        <a:xfrm>
          <a:off x="334403" y="3393176"/>
          <a:ext cx="955560" cy="95556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96CDB5-F848-4DD7-AF8E-B10CE4917B0A}">
      <dsp:nvSpPr>
        <dsp:cNvPr id="0" name=""/>
        <dsp:cNvSpPr/>
      </dsp:nvSpPr>
      <dsp:spPr>
        <a:xfrm>
          <a:off x="535070" y="3593844"/>
          <a:ext cx="554225" cy="5542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88319B-E402-4053-896E-1ABCBF1787A0}">
      <dsp:nvSpPr>
        <dsp:cNvPr id="0" name=""/>
        <dsp:cNvSpPr/>
      </dsp:nvSpPr>
      <dsp:spPr>
        <a:xfrm>
          <a:off x="1494726" y="3393176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Fortalecimento da credibilidade profissional</a:t>
          </a:r>
        </a:p>
      </dsp:txBody>
      <dsp:txXfrm>
        <a:off x="1494726" y="3393176"/>
        <a:ext cx="2252392" cy="95556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C29556-107E-47BB-9AA4-E5BD9864D9FF}">
      <dsp:nvSpPr>
        <dsp:cNvPr id="0" name=""/>
        <dsp:cNvSpPr/>
      </dsp:nvSpPr>
      <dsp:spPr>
        <a:xfrm>
          <a:off x="827085" y="211"/>
          <a:ext cx="965039" cy="96503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D6806C-F764-42D1-8389-EAD0E7A2DC34}">
      <dsp:nvSpPr>
        <dsp:cNvPr id="0" name=""/>
        <dsp:cNvSpPr/>
      </dsp:nvSpPr>
      <dsp:spPr>
        <a:xfrm>
          <a:off x="1032749" y="205875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534A66-DFCE-43B9-B467-30F2ED9FB2C5}">
      <dsp:nvSpPr>
        <dsp:cNvPr id="0" name=""/>
        <dsp:cNvSpPr/>
      </dsp:nvSpPr>
      <dsp:spPr>
        <a:xfrm>
          <a:off x="51858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Compartilhamento de conhecimento</a:t>
          </a:r>
        </a:p>
      </dsp:txBody>
      <dsp:txXfrm>
        <a:off x="518589" y="1265836"/>
        <a:ext cx="1582031" cy="632812"/>
      </dsp:txXfrm>
    </dsp:sp>
    <dsp:sp modelId="{BBCD438F-5641-46D7-9AB7-A468E6F20E90}">
      <dsp:nvSpPr>
        <dsp:cNvPr id="0" name=""/>
        <dsp:cNvSpPr/>
      </dsp:nvSpPr>
      <dsp:spPr>
        <a:xfrm>
          <a:off x="2685972" y="211"/>
          <a:ext cx="965039" cy="96503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3ECF01-EF9E-4D22-8B19-F48C3F3F2FE4}">
      <dsp:nvSpPr>
        <dsp:cNvPr id="0" name=""/>
        <dsp:cNvSpPr/>
      </dsp:nvSpPr>
      <dsp:spPr>
        <a:xfrm>
          <a:off x="2891636" y="205875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A74709-D32B-4FA6-A1BC-565F5613536E}">
      <dsp:nvSpPr>
        <dsp:cNvPr id="0" name=""/>
        <dsp:cNvSpPr/>
      </dsp:nvSpPr>
      <dsp:spPr>
        <a:xfrm>
          <a:off x="2377476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Maior poder de negociação</a:t>
          </a:r>
        </a:p>
      </dsp:txBody>
      <dsp:txXfrm>
        <a:off x="2377476" y="1265836"/>
        <a:ext cx="1582031" cy="632812"/>
      </dsp:txXfrm>
    </dsp:sp>
    <dsp:sp modelId="{6E2C0AB8-0780-46D8-BA36-3C6C36197224}">
      <dsp:nvSpPr>
        <dsp:cNvPr id="0" name=""/>
        <dsp:cNvSpPr/>
      </dsp:nvSpPr>
      <dsp:spPr>
        <a:xfrm>
          <a:off x="4544859" y="211"/>
          <a:ext cx="965039" cy="96503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8E7EE0-CFCA-4D97-8C88-EA3D51C8771A}">
      <dsp:nvSpPr>
        <dsp:cNvPr id="0" name=""/>
        <dsp:cNvSpPr/>
      </dsp:nvSpPr>
      <dsp:spPr>
        <a:xfrm>
          <a:off x="4750523" y="205875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DA25C8-56E5-4D48-B2C2-B55EBF8F4CB3}">
      <dsp:nvSpPr>
        <dsp:cNvPr id="0" name=""/>
        <dsp:cNvSpPr/>
      </dsp:nvSpPr>
      <dsp:spPr>
        <a:xfrm>
          <a:off x="4236363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Redução de custos</a:t>
          </a:r>
        </a:p>
      </dsp:txBody>
      <dsp:txXfrm>
        <a:off x="4236363" y="1265836"/>
        <a:ext cx="1582031" cy="632812"/>
      </dsp:txXfrm>
    </dsp:sp>
    <dsp:sp modelId="{63F39796-2A8C-4A1A-8C74-9D82C5807A10}">
      <dsp:nvSpPr>
        <dsp:cNvPr id="0" name=""/>
        <dsp:cNvSpPr/>
      </dsp:nvSpPr>
      <dsp:spPr>
        <a:xfrm>
          <a:off x="6403746" y="211"/>
          <a:ext cx="965039" cy="96503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2BB3BF-E5C5-441D-B511-1565279B544D}">
      <dsp:nvSpPr>
        <dsp:cNvPr id="0" name=""/>
        <dsp:cNvSpPr/>
      </dsp:nvSpPr>
      <dsp:spPr>
        <a:xfrm>
          <a:off x="6609410" y="205875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EFFF41-7506-465A-AACB-9693B8981026}">
      <dsp:nvSpPr>
        <dsp:cNvPr id="0" name=""/>
        <dsp:cNvSpPr/>
      </dsp:nvSpPr>
      <dsp:spPr>
        <a:xfrm>
          <a:off x="609524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Apoio profissional e emocional</a:t>
          </a:r>
        </a:p>
      </dsp:txBody>
      <dsp:txXfrm>
        <a:off x="6095249" y="1265836"/>
        <a:ext cx="1582031" cy="632812"/>
      </dsp:txXfrm>
    </dsp:sp>
    <dsp:sp modelId="{7171078C-DD59-40F2-AD29-550A43201F6F}">
      <dsp:nvSpPr>
        <dsp:cNvPr id="0" name=""/>
        <dsp:cNvSpPr/>
      </dsp:nvSpPr>
      <dsp:spPr>
        <a:xfrm>
          <a:off x="3615415" y="2294156"/>
          <a:ext cx="965039" cy="96503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A029E9-996C-478F-82F0-B6808701B834}">
      <dsp:nvSpPr>
        <dsp:cNvPr id="0" name=""/>
        <dsp:cNvSpPr/>
      </dsp:nvSpPr>
      <dsp:spPr>
        <a:xfrm>
          <a:off x="3821080" y="2499820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7C1618-BE0C-4AF3-AAC5-0CF8951EA681}">
      <dsp:nvSpPr>
        <dsp:cNvPr id="0" name=""/>
        <dsp:cNvSpPr/>
      </dsp:nvSpPr>
      <dsp:spPr>
        <a:xfrm>
          <a:off x="3306919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Ampliação das oportunidades de trabalho</a:t>
          </a:r>
        </a:p>
      </dsp:txBody>
      <dsp:txXfrm>
        <a:off x="3306919" y="3559781"/>
        <a:ext cx="1582031" cy="63281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C43248-C4BD-4093-9652-61030A478C2D}">
      <dsp:nvSpPr>
        <dsp:cNvPr id="0" name=""/>
        <dsp:cNvSpPr/>
      </dsp:nvSpPr>
      <dsp:spPr>
        <a:xfrm>
          <a:off x="520435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C1125B-6282-42D6-8AFB-2AB34F4F82A4}">
      <dsp:nvSpPr>
        <dsp:cNvPr id="0" name=""/>
        <dsp:cNvSpPr/>
      </dsp:nvSpPr>
      <dsp:spPr>
        <a:xfrm>
          <a:off x="2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Importância do MEI e da regularização</a:t>
          </a:r>
        </a:p>
      </dsp:txBody>
      <dsp:txXfrm>
        <a:off x="25435" y="2276522"/>
        <a:ext cx="1800000" cy="720000"/>
      </dsp:txXfrm>
    </dsp:sp>
    <dsp:sp modelId="{F3B90A29-9216-42AB-B3C5-D80F6E2A4A88}">
      <dsp:nvSpPr>
        <dsp:cNvPr id="0" name=""/>
        <dsp:cNvSpPr/>
      </dsp:nvSpPr>
      <dsp:spPr>
        <a:xfrm>
          <a:off x="2635435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6D5DB8-C46D-462D-B7FF-3D78267D4B76}">
      <dsp:nvSpPr>
        <dsp:cNvPr id="0" name=""/>
        <dsp:cNvSpPr/>
      </dsp:nvSpPr>
      <dsp:spPr>
        <a:xfrm>
          <a:off x="214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Emissão de notas fiscais</a:t>
          </a:r>
        </a:p>
      </dsp:txBody>
      <dsp:txXfrm>
        <a:off x="2140435" y="2276522"/>
        <a:ext cx="1800000" cy="720000"/>
      </dsp:txXfrm>
    </dsp:sp>
    <dsp:sp modelId="{F2AAF701-A03F-46A8-8311-0C5984DEBD4C}">
      <dsp:nvSpPr>
        <dsp:cNvPr id="0" name=""/>
        <dsp:cNvSpPr/>
      </dsp:nvSpPr>
      <dsp:spPr>
        <a:xfrm>
          <a:off x="4750435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390ACB-0589-4A57-97BE-DAF60B85DDF1}">
      <dsp:nvSpPr>
        <dsp:cNvPr id="0" name=""/>
        <dsp:cNvSpPr/>
      </dsp:nvSpPr>
      <dsp:spPr>
        <a:xfrm>
          <a:off x="425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Direitos e deveres profissionais</a:t>
          </a:r>
        </a:p>
      </dsp:txBody>
      <dsp:txXfrm>
        <a:off x="4255435" y="2276522"/>
        <a:ext cx="1800000" cy="720000"/>
      </dsp:txXfrm>
    </dsp:sp>
    <dsp:sp modelId="{FF488EEE-C768-4F14-967E-A6095014E80C}">
      <dsp:nvSpPr>
        <dsp:cNvPr id="0" name=""/>
        <dsp:cNvSpPr/>
      </dsp:nvSpPr>
      <dsp:spPr>
        <a:xfrm>
          <a:off x="6865435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CC27B1-929A-4CBE-A0B6-DFE56A5C1561}">
      <dsp:nvSpPr>
        <dsp:cNvPr id="0" name=""/>
        <dsp:cNvSpPr/>
      </dsp:nvSpPr>
      <dsp:spPr>
        <a:xfrm>
          <a:off x="637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Construção de credibilidade no mercado</a:t>
          </a:r>
        </a:p>
      </dsp:txBody>
      <dsp:txXfrm>
        <a:off x="6370435" y="2276522"/>
        <a:ext cx="1800000" cy="7200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EBA7A9-6B23-4FB4-A120-1B8E1FF8BDDD}">
      <dsp:nvSpPr>
        <dsp:cNvPr id="0" name=""/>
        <dsp:cNvSpPr/>
      </dsp:nvSpPr>
      <dsp:spPr>
        <a:xfrm>
          <a:off x="715337" y="2413"/>
          <a:ext cx="3221521" cy="193291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Respeito à dignidade da pessoa idosa</a:t>
          </a:r>
        </a:p>
      </dsp:txBody>
      <dsp:txXfrm>
        <a:off x="715337" y="2413"/>
        <a:ext cx="3221521" cy="1932912"/>
      </dsp:txXfrm>
    </dsp:sp>
    <dsp:sp modelId="{9D3A8173-8A97-4C13-889A-9199A231C95C}">
      <dsp:nvSpPr>
        <dsp:cNvPr id="0" name=""/>
        <dsp:cNvSpPr/>
      </dsp:nvSpPr>
      <dsp:spPr>
        <a:xfrm>
          <a:off x="4259011" y="2413"/>
          <a:ext cx="3221521" cy="1932912"/>
        </a:xfrm>
        <a:prstGeom prst="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Sigilo e responsabilidade</a:t>
          </a:r>
        </a:p>
      </dsp:txBody>
      <dsp:txXfrm>
        <a:off x="4259011" y="2413"/>
        <a:ext cx="3221521" cy="1932912"/>
      </dsp:txXfrm>
    </dsp:sp>
    <dsp:sp modelId="{438000B7-4747-4B42-AC31-C1FED0487810}">
      <dsp:nvSpPr>
        <dsp:cNvPr id="0" name=""/>
        <dsp:cNvSpPr/>
      </dsp:nvSpPr>
      <dsp:spPr>
        <a:xfrm>
          <a:off x="715337" y="2257478"/>
          <a:ext cx="3221521" cy="1932912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Compromisso com qualidade e segurança</a:t>
          </a:r>
        </a:p>
      </dsp:txBody>
      <dsp:txXfrm>
        <a:off x="715337" y="2257478"/>
        <a:ext cx="3221521" cy="1932912"/>
      </dsp:txXfrm>
    </dsp:sp>
    <dsp:sp modelId="{5C697C67-4A23-4183-8246-5AD3F483C654}">
      <dsp:nvSpPr>
        <dsp:cNvPr id="0" name=""/>
        <dsp:cNvSpPr/>
      </dsp:nvSpPr>
      <dsp:spPr>
        <a:xfrm>
          <a:off x="4259011" y="2257478"/>
          <a:ext cx="3221521" cy="1932912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Empatia e humanização no atendimento</a:t>
          </a:r>
        </a:p>
      </dsp:txBody>
      <dsp:txXfrm>
        <a:off x="4259011" y="2257478"/>
        <a:ext cx="3221521" cy="193291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EC9E98-729F-4004-9E3A-C7C9D93BC053}">
      <dsp:nvSpPr>
        <dsp:cNvPr id="0" name=""/>
        <dsp:cNvSpPr/>
      </dsp:nvSpPr>
      <dsp:spPr>
        <a:xfrm>
          <a:off x="1138811" y="393188"/>
          <a:ext cx="669990" cy="6699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47CCB6-280E-484F-B3C3-B53CF1845A22}">
      <dsp:nvSpPr>
        <dsp:cNvPr id="0" name=""/>
        <dsp:cNvSpPr/>
      </dsp:nvSpPr>
      <dsp:spPr>
        <a:xfrm>
          <a:off x="729373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Definir objetivos</a:t>
          </a:r>
        </a:p>
      </dsp:txBody>
      <dsp:txXfrm>
        <a:off x="729373" y="1314747"/>
        <a:ext cx="1488867" cy="595546"/>
      </dsp:txXfrm>
    </dsp:sp>
    <dsp:sp modelId="{23ECA683-E67F-44CB-B5A6-1B4525906237}">
      <dsp:nvSpPr>
        <dsp:cNvPr id="0" name=""/>
        <dsp:cNvSpPr/>
      </dsp:nvSpPr>
      <dsp:spPr>
        <a:xfrm>
          <a:off x="2888230" y="393188"/>
          <a:ext cx="669990" cy="6699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E08F08-DD08-4A6C-A11C-3A6A058CB0FE}">
      <dsp:nvSpPr>
        <dsp:cNvPr id="0" name=""/>
        <dsp:cNvSpPr/>
      </dsp:nvSpPr>
      <dsp:spPr>
        <a:xfrm>
          <a:off x="2478792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Organizar custos e receitas</a:t>
          </a:r>
        </a:p>
      </dsp:txBody>
      <dsp:txXfrm>
        <a:off x="2478792" y="1314747"/>
        <a:ext cx="1488867" cy="595546"/>
      </dsp:txXfrm>
    </dsp:sp>
    <dsp:sp modelId="{5034815F-9E28-482D-AB43-138CEC7041B2}">
      <dsp:nvSpPr>
        <dsp:cNvPr id="0" name=""/>
        <dsp:cNvSpPr/>
      </dsp:nvSpPr>
      <dsp:spPr>
        <a:xfrm>
          <a:off x="4637649" y="393188"/>
          <a:ext cx="669990" cy="6699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D6690F-048A-42F8-AF94-546EBE7E3FB4}">
      <dsp:nvSpPr>
        <dsp:cNvPr id="0" name=""/>
        <dsp:cNvSpPr/>
      </dsp:nvSpPr>
      <dsp:spPr>
        <a:xfrm>
          <a:off x="4228211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Divulgar serviços</a:t>
          </a:r>
        </a:p>
      </dsp:txBody>
      <dsp:txXfrm>
        <a:off x="4228211" y="1314747"/>
        <a:ext cx="1488867" cy="595546"/>
      </dsp:txXfrm>
    </dsp:sp>
    <dsp:sp modelId="{AAE1E8D3-5C89-494A-8C94-C04C66A61A16}">
      <dsp:nvSpPr>
        <dsp:cNvPr id="0" name=""/>
        <dsp:cNvSpPr/>
      </dsp:nvSpPr>
      <dsp:spPr>
        <a:xfrm>
          <a:off x="6387068" y="393188"/>
          <a:ext cx="669990" cy="6699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2055A0-5C96-4017-BB1E-F8D0D15E11E7}">
      <dsp:nvSpPr>
        <dsp:cNvPr id="0" name=""/>
        <dsp:cNvSpPr/>
      </dsp:nvSpPr>
      <dsp:spPr>
        <a:xfrm>
          <a:off x="5977630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Investir em capacitação</a:t>
          </a:r>
        </a:p>
      </dsp:txBody>
      <dsp:txXfrm>
        <a:off x="5977630" y="1314747"/>
        <a:ext cx="1488867" cy="595546"/>
      </dsp:txXfrm>
    </dsp:sp>
    <dsp:sp modelId="{96541606-1D8B-4E4C-B638-95B27E6830AB}">
      <dsp:nvSpPr>
        <dsp:cNvPr id="0" name=""/>
        <dsp:cNvSpPr/>
      </dsp:nvSpPr>
      <dsp:spPr>
        <a:xfrm>
          <a:off x="3762940" y="2282510"/>
          <a:ext cx="669990" cy="6699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99B32A-A2E3-4F4F-BF07-FE7BCC5A8695}">
      <dsp:nvSpPr>
        <dsp:cNvPr id="0" name=""/>
        <dsp:cNvSpPr/>
      </dsp:nvSpPr>
      <dsp:spPr>
        <a:xfrm>
          <a:off x="3353501" y="3204069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Construir rede de contatos</a:t>
          </a:r>
        </a:p>
      </dsp:txBody>
      <dsp:txXfrm>
        <a:off x="3353501" y="3204069"/>
        <a:ext cx="1488867" cy="595546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97392C-BD52-42CA-9617-56BFEDDC0FDF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130D67-4C01-4A0A-BBF2-E70BABB0441D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9FD61E-C7D3-4BAE-AE16-3C1BD86293FA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Imagine um grupo de 5 cuidadores da mesma cidade</a:t>
          </a:r>
        </a:p>
      </dsp:txBody>
      <dsp:txXfrm>
        <a:off x="46529" y="2703902"/>
        <a:ext cx="2418750" cy="720000"/>
      </dsp:txXfrm>
    </dsp:sp>
    <dsp:sp modelId="{0824BD44-002D-40C8-801F-5EA7741E700E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FE4F7E-E4E3-44F4-A04E-4C1583DD225C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873719-19C0-4E99-8A6A-A5D0A0F96D5C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Como eles poderiam atuar em associação ou cooperativa?</a:t>
          </a:r>
        </a:p>
      </dsp:txBody>
      <dsp:txXfrm>
        <a:off x="2888560" y="2703902"/>
        <a:ext cx="2418750" cy="720000"/>
      </dsp:txXfrm>
    </dsp:sp>
    <dsp:sp modelId="{91EB3121-B373-44AA-B049-7EF728936E44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3E393D-A59A-426C-8ECC-437861655549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FFB65D-FCF4-4F05-ABE0-CAE614E9DC4A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Quais vantagens e desafios existiriam?</a:t>
          </a:r>
        </a:p>
      </dsp:txBody>
      <dsp:txXfrm>
        <a:off x="5730591" y="2703902"/>
        <a:ext cx="2418750" cy="72000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7ADF41-C1F9-4DF0-8582-EB111F812FED}">
      <dsp:nvSpPr>
        <dsp:cNvPr id="0" name=""/>
        <dsp:cNvSpPr/>
      </dsp:nvSpPr>
      <dsp:spPr>
        <a:xfrm>
          <a:off x="334403" y="2600"/>
          <a:ext cx="955560" cy="95556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288B84-0491-4E08-915E-9BD339823824}">
      <dsp:nvSpPr>
        <dsp:cNvPr id="0" name=""/>
        <dsp:cNvSpPr/>
      </dsp:nvSpPr>
      <dsp:spPr>
        <a:xfrm>
          <a:off x="535070" y="203268"/>
          <a:ext cx="554225" cy="5542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974437-0982-4A55-96FE-389639CB6A0E}">
      <dsp:nvSpPr>
        <dsp:cNvPr id="0" name=""/>
        <dsp:cNvSpPr/>
      </dsp:nvSpPr>
      <dsp:spPr>
        <a:xfrm>
          <a:off x="1494726" y="2600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Empreendedorismo envolve iniciativa e planejamento</a:t>
          </a:r>
        </a:p>
      </dsp:txBody>
      <dsp:txXfrm>
        <a:off x="1494726" y="2600"/>
        <a:ext cx="2252392" cy="955560"/>
      </dsp:txXfrm>
    </dsp:sp>
    <dsp:sp modelId="{53D6BE49-B5D7-433F-A12C-E73D8B6DBB48}">
      <dsp:nvSpPr>
        <dsp:cNvPr id="0" name=""/>
        <dsp:cNvSpPr/>
      </dsp:nvSpPr>
      <dsp:spPr>
        <a:xfrm>
          <a:off x="4139581" y="2600"/>
          <a:ext cx="955560" cy="95556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251842-AF3F-4BFB-AF12-93DF6FC20393}">
      <dsp:nvSpPr>
        <dsp:cNvPr id="0" name=""/>
        <dsp:cNvSpPr/>
      </dsp:nvSpPr>
      <dsp:spPr>
        <a:xfrm>
          <a:off x="4340248" y="203268"/>
          <a:ext cx="554225" cy="5542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EA8FD8-384B-493C-B959-2F37BBC429FC}">
      <dsp:nvSpPr>
        <dsp:cNvPr id="0" name=""/>
        <dsp:cNvSpPr/>
      </dsp:nvSpPr>
      <dsp:spPr>
        <a:xfrm>
          <a:off x="5299904" y="2600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Economia solidária valoriza cooperação e justiça social</a:t>
          </a:r>
        </a:p>
      </dsp:txBody>
      <dsp:txXfrm>
        <a:off x="5299904" y="2600"/>
        <a:ext cx="2252392" cy="955560"/>
      </dsp:txXfrm>
    </dsp:sp>
    <dsp:sp modelId="{84590077-B42D-4913-9407-21886A48094D}">
      <dsp:nvSpPr>
        <dsp:cNvPr id="0" name=""/>
        <dsp:cNvSpPr/>
      </dsp:nvSpPr>
      <dsp:spPr>
        <a:xfrm>
          <a:off x="334403" y="1697888"/>
          <a:ext cx="955560" cy="95556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E0FE49-4B61-4583-8C4B-7DCEDE96204C}">
      <dsp:nvSpPr>
        <dsp:cNvPr id="0" name=""/>
        <dsp:cNvSpPr/>
      </dsp:nvSpPr>
      <dsp:spPr>
        <a:xfrm>
          <a:off x="535070" y="1898556"/>
          <a:ext cx="554225" cy="5542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79C9C7-AF69-49EC-BAE6-7F5E824EEECF}">
      <dsp:nvSpPr>
        <dsp:cNvPr id="0" name=""/>
        <dsp:cNvSpPr/>
      </dsp:nvSpPr>
      <dsp:spPr>
        <a:xfrm>
          <a:off x="1494726" y="1697888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Associativismo fortalece grupos e representação</a:t>
          </a:r>
        </a:p>
      </dsp:txBody>
      <dsp:txXfrm>
        <a:off x="1494726" y="1697888"/>
        <a:ext cx="2252392" cy="955560"/>
      </dsp:txXfrm>
    </dsp:sp>
    <dsp:sp modelId="{47EA6E7E-3777-41B6-86BA-7D63C30D9783}">
      <dsp:nvSpPr>
        <dsp:cNvPr id="0" name=""/>
        <dsp:cNvSpPr/>
      </dsp:nvSpPr>
      <dsp:spPr>
        <a:xfrm>
          <a:off x="4139581" y="1697888"/>
          <a:ext cx="955560" cy="95556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9DDB3E-1D0A-4896-A4FD-A15B8497C6E0}">
      <dsp:nvSpPr>
        <dsp:cNvPr id="0" name=""/>
        <dsp:cNvSpPr/>
      </dsp:nvSpPr>
      <dsp:spPr>
        <a:xfrm>
          <a:off x="4340248" y="1898556"/>
          <a:ext cx="554225" cy="5542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37C124-C633-4DB8-B14B-9BF17B65EA21}">
      <dsp:nvSpPr>
        <dsp:cNvPr id="0" name=""/>
        <dsp:cNvSpPr/>
      </dsp:nvSpPr>
      <dsp:spPr>
        <a:xfrm>
          <a:off x="5299904" y="1697888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Cooperativismo gera renda coletiva</a:t>
          </a:r>
        </a:p>
      </dsp:txBody>
      <dsp:txXfrm>
        <a:off x="5299904" y="1697888"/>
        <a:ext cx="2252392" cy="955560"/>
      </dsp:txXfrm>
    </dsp:sp>
    <dsp:sp modelId="{427D0B25-E181-4481-ADCE-1C7941403151}">
      <dsp:nvSpPr>
        <dsp:cNvPr id="0" name=""/>
        <dsp:cNvSpPr/>
      </dsp:nvSpPr>
      <dsp:spPr>
        <a:xfrm>
          <a:off x="334403" y="3393176"/>
          <a:ext cx="955560" cy="95556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25BE42-170F-48EF-9026-7EF5C23A5A9E}">
      <dsp:nvSpPr>
        <dsp:cNvPr id="0" name=""/>
        <dsp:cNvSpPr/>
      </dsp:nvSpPr>
      <dsp:spPr>
        <a:xfrm>
          <a:off x="535070" y="3593844"/>
          <a:ext cx="554225" cy="5542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20C902-6D90-4E3E-973F-C561678D9943}">
      <dsp:nvSpPr>
        <dsp:cNvPr id="0" name=""/>
        <dsp:cNvSpPr/>
      </dsp:nvSpPr>
      <dsp:spPr>
        <a:xfrm>
          <a:off x="1494726" y="3393176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O trabalho em rede pode fortalecer cuidadores de idosos</a:t>
          </a:r>
        </a:p>
      </dsp:txBody>
      <dsp:txXfrm>
        <a:off x="1494726" y="3393176"/>
        <a:ext cx="2252392" cy="9555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29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31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4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77107" y="220196"/>
            <a:ext cx="7066893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Oval 35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7350" y="2099696"/>
            <a:ext cx="1456680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Arc 37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836384" y="1866059"/>
            <a:ext cx="2987899" cy="2240924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C767702-4EC7-F842-B59E-A9CB38A0BE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28950" y="1939159"/>
            <a:ext cx="5733470" cy="2751086"/>
          </a:xfrm>
        </p:spPr>
        <p:txBody>
          <a:bodyPr>
            <a:normAutofit/>
          </a:bodyPr>
          <a:lstStyle/>
          <a:p>
            <a:pPr algn="r"/>
            <a:r>
              <a:rPr lang="pt-BR"/>
              <a:t>Empreendedorismo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49271B89-6636-CE9F-6BD6-DFCC18E864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28950" y="4782320"/>
            <a:ext cx="5733470" cy="1329443"/>
          </a:xfrm>
        </p:spPr>
        <p:txBody>
          <a:bodyPr>
            <a:normAutofit/>
          </a:bodyPr>
          <a:lstStyle/>
          <a:p>
            <a:pPr algn="r"/>
            <a:r>
              <a:rPr lang="pt-BR"/>
              <a:t>Economia Solidária, Associativismo e Cooperativismo</a:t>
            </a:r>
          </a:p>
        </p:txBody>
      </p:sp>
    </p:spTree>
    <p:extLst>
      <p:ext uri="{BB962C8B-B14F-4D97-AF65-F5344CB8AC3E}">
        <p14:creationId xmlns:p14="http://schemas.microsoft.com/office/powerpoint/2010/main" val="4208065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pPr>
              <a:defRPr sz="3000" b="1"/>
            </a:pPr>
            <a:r>
              <a:rPr lang="pt-BR" sz="3500">
                <a:solidFill>
                  <a:srgbClr val="FFFFFF"/>
                </a:solidFill>
              </a:rPr>
              <a:t>Retomando a Aula Anterior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4BF0B8-3BC3-5C0B-3B01-C4B786DED9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678226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/>
            </a:pPr>
            <a:r>
              <a:t>O que é Empreendedorismo?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Empreender é transformar ideias em soluções e oportunidades</a:t>
            </a:r>
          </a:p>
          <a:p>
            <a:pPr>
              <a:defRPr sz="2200"/>
            </a:pPr>
            <a:r>
              <a:t>Não significa apenas abrir empresa</a:t>
            </a:r>
          </a:p>
          <a:p>
            <a:pPr>
              <a:defRPr sz="2200"/>
            </a:pPr>
            <a:r>
              <a:t>Pode envolver inovação, autonomia e geração de impacto social</a:t>
            </a:r>
          </a:p>
          <a:p>
            <a:pPr>
              <a:defRPr sz="2200"/>
            </a:pPr>
            <a:r>
              <a:t>Exige planejamento, organização e capacidade de adaptação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defRPr sz="3000" b="1"/>
            </a:pPr>
            <a:r>
              <a:rPr lang="pt-BR" sz="3000">
                <a:solidFill>
                  <a:srgbClr val="FFFFFF"/>
                </a:solidFill>
              </a:rPr>
              <a:t>Características de uma Pessoa Empreendedora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9E7A7B2-C734-0C29-8E88-28D3547E8D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298913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pPr>
              <a:defRPr sz="3000" b="1"/>
            </a:pPr>
            <a:r>
              <a:rPr lang="pt-BR" sz="2100">
                <a:solidFill>
                  <a:srgbClr val="FFFFFF"/>
                </a:solidFill>
              </a:rPr>
              <a:t>Empreendedorismo na Área do Cuidado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defRPr sz="2200"/>
            </a:pPr>
            <a:r>
              <a:rPr lang="pt-BR" sz="2200"/>
              <a:t>Prestação de serviços como cuidador autônomo</a:t>
            </a:r>
          </a:p>
          <a:p>
            <a:pPr>
              <a:defRPr sz="2200"/>
            </a:pPr>
            <a:r>
              <a:rPr lang="pt-BR" sz="2200"/>
              <a:t>Criação de rede de cuidadores</a:t>
            </a:r>
          </a:p>
          <a:p>
            <a:pPr>
              <a:defRPr sz="2200"/>
            </a:pPr>
            <a:r>
              <a:rPr lang="pt-BR" sz="2200"/>
              <a:t>Atendimento domiciliar especializado</a:t>
            </a:r>
          </a:p>
          <a:p>
            <a:pPr>
              <a:defRPr sz="2200"/>
            </a:pPr>
            <a:r>
              <a:rPr lang="pt-BR" sz="2200"/>
              <a:t>Consultoria familiar sobre cuidados</a:t>
            </a:r>
          </a:p>
          <a:p>
            <a:pPr>
              <a:defRPr sz="2200"/>
            </a:pPr>
            <a:r>
              <a:rPr lang="pt-BR" sz="2200"/>
              <a:t>Serviços complementares: companhia, acompanhamento e apoio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defRPr sz="3000" b="1"/>
            </a:pPr>
            <a:r>
              <a:rPr lang="pt-BR" sz="3500"/>
              <a:t>Mercado de Trabalho para Cuidadores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pPr>
              <a:defRPr sz="2200"/>
            </a:pPr>
            <a:r>
              <a:rPr lang="pt-BR" sz="1700"/>
              <a:t>Envelhecimento da população aumenta a demanda</a:t>
            </a:r>
          </a:p>
          <a:p>
            <a:pPr>
              <a:defRPr sz="2200"/>
            </a:pPr>
            <a:r>
              <a:rPr lang="pt-BR" sz="1700"/>
              <a:t>Famílias procuram profissionais qualificados e confiáveis</a:t>
            </a:r>
          </a:p>
          <a:p>
            <a:pPr>
              <a:defRPr sz="2200"/>
            </a:pPr>
            <a:r>
              <a:rPr lang="pt-BR" sz="1700"/>
              <a:t>Necessidade de atendimento humanizado</a:t>
            </a:r>
          </a:p>
          <a:p>
            <a:pPr>
              <a:defRPr sz="2200"/>
            </a:pPr>
            <a:r>
              <a:rPr lang="pt-BR" sz="1700"/>
              <a:t>Importância da formalização e qualificação contínua</a:t>
            </a:r>
          </a:p>
        </p:txBody>
      </p:sp>
      <p:pic>
        <p:nvPicPr>
          <p:cNvPr id="5" name="Picture 4" descr="Duas pessoas segurando as mãos uma da outra">
            <a:extLst>
              <a:ext uri="{FF2B5EF4-FFF2-40B4-BE49-F238E27FC236}">
                <a16:creationId xmlns:a16="http://schemas.microsoft.com/office/drawing/2014/main" id="{0ADCC1EB-708E-9CE1-F5A9-C2EA3BFF5E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671" r="30778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E28CAE-5DB1-ED94-16FB-AFE7B82F7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FC0A4CD-E7BA-2CEA-6044-FF1B5B9638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5CC6E4-5B13-6FC0-6666-E37E6E144D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589B22-CD34-2487-6EA3-BD9E3A188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FEB664-31FC-C86E-31F1-54EC30C91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E01C64-ECAE-B444-D631-D249486EC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pPr>
              <a:defRPr sz="3000" b="1"/>
            </a:pPr>
            <a:r>
              <a:rPr lang="pt-BR" sz="3600" dirty="0">
                <a:solidFill>
                  <a:srgbClr val="FFFFFF"/>
                </a:solidFill>
              </a:rPr>
              <a:t>Desafios do Empreendedorismo</a:t>
            </a:r>
            <a:endParaRPr lang="pt-BR" sz="3500" dirty="0">
              <a:solidFill>
                <a:srgbClr val="FFFFFF"/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B7CC0B07-5828-AF71-A5F1-98BA6A5F82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6929308"/>
              </p:ext>
            </p:extLst>
          </p:nvPr>
        </p:nvGraphicFramePr>
        <p:xfrm>
          <a:off x="1977831" y="157644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84900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/>
            </a:pPr>
            <a:r>
              <a:rPr lang="pt-BR" sz="3200" dirty="0"/>
              <a:t>Economia Solidária: Conceito</a:t>
            </a:r>
            <a:endParaRPr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0DBF0BC-1638-173E-8090-022CA34560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899432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defRPr sz="3000" b="1"/>
            </a:pPr>
            <a:r>
              <a:rPr lang="pt-BR" sz="3500"/>
              <a:t>Princípios da Economia Solidária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pPr>
              <a:defRPr sz="2200"/>
            </a:pPr>
            <a:r>
              <a:rPr lang="pt-BR" sz="1700"/>
              <a:t>Cooperação</a:t>
            </a:r>
          </a:p>
          <a:p>
            <a:pPr>
              <a:defRPr sz="2200"/>
            </a:pPr>
            <a:r>
              <a:rPr lang="pt-BR" sz="1700"/>
              <a:t>Autogestão</a:t>
            </a:r>
          </a:p>
          <a:p>
            <a:pPr>
              <a:defRPr sz="2200"/>
            </a:pPr>
            <a:r>
              <a:rPr lang="pt-BR" sz="1700"/>
              <a:t>Solidariedade</a:t>
            </a:r>
          </a:p>
          <a:p>
            <a:pPr>
              <a:defRPr sz="2200"/>
            </a:pPr>
            <a:r>
              <a:rPr lang="pt-BR" sz="1700"/>
              <a:t>Participação democrática</a:t>
            </a:r>
          </a:p>
          <a:p>
            <a:pPr>
              <a:defRPr sz="2200"/>
            </a:pPr>
            <a:r>
              <a:rPr lang="pt-BR" sz="1700"/>
              <a:t>Sustentabilidade social e econômica</a:t>
            </a:r>
          </a:p>
        </p:txBody>
      </p:sp>
      <p:pic>
        <p:nvPicPr>
          <p:cNvPr id="5" name="Picture 4" descr="Um na multidão">
            <a:extLst>
              <a:ext uri="{FF2B5EF4-FFF2-40B4-BE49-F238E27FC236}">
                <a16:creationId xmlns:a16="http://schemas.microsoft.com/office/drawing/2014/main" id="{7F742C69-526A-458E-486D-5579A5CFF8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067" r="20877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pPr>
              <a:defRPr sz="3000" b="1"/>
            </a:pPr>
            <a:r>
              <a:rPr lang="pt-BR" sz="3500"/>
              <a:t>Economia Solidária e o Cuidado de Idosos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pPr>
              <a:defRPr sz="2200"/>
            </a:pPr>
            <a:r>
              <a:rPr lang="pt-BR" sz="1700"/>
              <a:t>Grupos de cuidadores podem compartilhar recursos</a:t>
            </a:r>
          </a:p>
          <a:p>
            <a:pPr>
              <a:defRPr sz="2200"/>
            </a:pPr>
            <a:r>
              <a:rPr lang="pt-BR" sz="1700"/>
              <a:t>Divisão de custos e oportunidades</a:t>
            </a:r>
          </a:p>
          <a:p>
            <a:pPr>
              <a:defRPr sz="2200"/>
            </a:pPr>
            <a:r>
              <a:rPr lang="pt-BR" sz="1700"/>
              <a:t>Fortalecimento profissional coletivo</a:t>
            </a:r>
          </a:p>
          <a:p>
            <a:pPr>
              <a:defRPr sz="2200"/>
            </a:pPr>
            <a:r>
              <a:rPr lang="pt-BR" sz="1700"/>
              <a:t>Apoio emocional e troca de experiências</a:t>
            </a:r>
          </a:p>
        </p:txBody>
      </p:sp>
      <p:pic>
        <p:nvPicPr>
          <p:cNvPr id="5" name="Picture 4" descr="Duas pessoas segurando as mãos uma da outra">
            <a:extLst>
              <a:ext uri="{FF2B5EF4-FFF2-40B4-BE49-F238E27FC236}">
                <a16:creationId xmlns:a16="http://schemas.microsoft.com/office/drawing/2014/main" id="{4D4C1AD8-BEA3-B812-0D9C-9E27B07D60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507" r="33615" b="-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8E5-8F77-0D65-A023-CECAAA943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1DB1D-BA06-1DA3-7B05-55EC7210B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/>
            </a:pPr>
            <a:r>
              <a:t>O que é Associativismo?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C0F36B4-C9EE-BFAB-1ED8-8403D95E13C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67605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D67287-C664-3079-5EE0-D1BE1B02F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57C31CCB-F02A-6B94-1D34-9D49D75F3C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F393CB-4975-9722-78ED-E27F7443B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pPr>
              <a:defRPr sz="3000" b="1"/>
            </a:pPr>
            <a:r>
              <a:rPr lang="pt-BR" sz="3500" dirty="0"/>
              <a:t>Exemplos de Associações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76608-3799-CB4E-4F42-C4BABDAA9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pPr>
              <a:defRPr sz="2200"/>
            </a:pPr>
            <a:r>
              <a:rPr lang="pt-BR" sz="1700" dirty="0"/>
              <a:t>Associações de moradores</a:t>
            </a:r>
          </a:p>
          <a:p>
            <a:pPr>
              <a:defRPr sz="2200"/>
            </a:pPr>
            <a:r>
              <a:rPr lang="pt-BR" sz="1700" dirty="0"/>
              <a:t>Associações profissionais</a:t>
            </a:r>
          </a:p>
          <a:p>
            <a:pPr>
              <a:defRPr sz="2200"/>
            </a:pPr>
            <a:r>
              <a:rPr lang="pt-BR" sz="1700" dirty="0"/>
              <a:t>Associações comunitárias</a:t>
            </a:r>
          </a:p>
          <a:p>
            <a:pPr>
              <a:defRPr sz="2200"/>
            </a:pPr>
            <a:r>
              <a:rPr lang="pt-BR" sz="1700" dirty="0"/>
              <a:t>Associações de apoio à pessoa idosa</a:t>
            </a:r>
          </a:p>
        </p:txBody>
      </p:sp>
      <p:pic>
        <p:nvPicPr>
          <p:cNvPr id="5" name="Picture 4" descr="Duas pessoas segurando as mãos uma da outra">
            <a:extLst>
              <a:ext uri="{FF2B5EF4-FFF2-40B4-BE49-F238E27FC236}">
                <a16:creationId xmlns:a16="http://schemas.microsoft.com/office/drawing/2014/main" id="{3D497F27-DBC8-1358-05C6-18338C5E78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507" r="33615" b="-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367330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defRPr sz="3000" b="1"/>
            </a:pPr>
            <a:r>
              <a:rPr lang="pt-BR" sz="3000"/>
              <a:t>Como o Associativismo Pode Ajudar Cuidadores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pPr>
              <a:defRPr sz="2200"/>
            </a:pPr>
            <a:r>
              <a:rPr lang="pt-BR" sz="1700"/>
              <a:t>Troca de informações e oportunidades</a:t>
            </a:r>
          </a:p>
          <a:p>
            <a:pPr>
              <a:defRPr sz="2200"/>
            </a:pPr>
            <a:r>
              <a:rPr lang="pt-BR" sz="1700"/>
              <a:t>Capacitações e eventos</a:t>
            </a:r>
          </a:p>
          <a:p>
            <a:pPr>
              <a:defRPr sz="2200"/>
            </a:pPr>
            <a:r>
              <a:rPr lang="pt-BR" sz="1700"/>
              <a:t>Representação da categoria</a:t>
            </a:r>
          </a:p>
          <a:p>
            <a:pPr>
              <a:defRPr sz="2200"/>
            </a:pPr>
            <a:r>
              <a:rPr lang="pt-BR" sz="1700"/>
              <a:t>Maior visibilidade profissional</a:t>
            </a:r>
          </a:p>
          <a:p>
            <a:pPr>
              <a:defRPr sz="2200"/>
            </a:pPr>
            <a:r>
              <a:rPr lang="pt-BR" sz="1700"/>
              <a:t>Fortalecimento da rede de contatos</a:t>
            </a:r>
          </a:p>
        </p:txBody>
      </p:sp>
      <p:pic>
        <p:nvPicPr>
          <p:cNvPr id="5" name="Picture 4" descr="Mãos em cima umas das outras">
            <a:extLst>
              <a:ext uri="{FF2B5EF4-FFF2-40B4-BE49-F238E27FC236}">
                <a16:creationId xmlns:a16="http://schemas.microsoft.com/office/drawing/2014/main" id="{19169468-1CD9-374E-0505-A0BC313ACD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750" r="14051" b="1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93577-8BA9-1BF7-2DB9-BC5DA83F7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9597B-A932-BD50-4341-80D4DC7AC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/>
            </a:pPr>
            <a:r>
              <a:rPr lang="pt-BR" dirty="0"/>
              <a:t>O que é Cooperativismo?</a:t>
            </a:r>
            <a:endParaRPr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7F13DA6-05C3-9890-1165-75C2764FD7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7912836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141291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156428-FC89-E3F3-6D95-AFEE96642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ADC98C1C-DF93-52AF-C35E-9489DE204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8DD6BA9-243F-65BE-1860-425DAF420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21B75B-D021-A9E3-2714-9F869569F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defRPr sz="3000" b="1"/>
            </a:pPr>
            <a:r>
              <a:rPr lang="pt-BR" sz="3600" dirty="0"/>
              <a:t>Princípios do Cooperativismo</a:t>
            </a:r>
            <a:endParaRPr lang="pt-BR" sz="3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A5BC1-1BD8-CE90-454E-E8787A34E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pPr>
              <a:defRPr sz="2200"/>
            </a:pPr>
            <a:r>
              <a:rPr lang="pt-BR" sz="1800" dirty="0"/>
              <a:t>Adesão livre e voluntária</a:t>
            </a:r>
          </a:p>
          <a:p>
            <a:pPr>
              <a:defRPr sz="2200"/>
            </a:pPr>
            <a:r>
              <a:rPr lang="pt-BR" sz="1800" dirty="0"/>
              <a:t>Gestão democrática</a:t>
            </a:r>
          </a:p>
          <a:p>
            <a:pPr>
              <a:defRPr sz="2200"/>
            </a:pPr>
            <a:r>
              <a:rPr lang="pt-BR" sz="1800" dirty="0"/>
              <a:t>Participação econômica dos membros</a:t>
            </a:r>
          </a:p>
          <a:p>
            <a:pPr>
              <a:defRPr sz="2200"/>
            </a:pPr>
            <a:r>
              <a:rPr lang="pt-BR" sz="1800" dirty="0"/>
              <a:t>Educação e formação</a:t>
            </a:r>
          </a:p>
          <a:p>
            <a:pPr>
              <a:defRPr sz="2200"/>
            </a:pPr>
            <a:r>
              <a:rPr lang="pt-BR" sz="1800" dirty="0"/>
              <a:t>Interesse pela comunidade</a:t>
            </a:r>
          </a:p>
        </p:txBody>
      </p:sp>
      <p:pic>
        <p:nvPicPr>
          <p:cNvPr id="5" name="Picture 4" descr="Um na multidão">
            <a:extLst>
              <a:ext uri="{FF2B5EF4-FFF2-40B4-BE49-F238E27FC236}">
                <a16:creationId xmlns:a16="http://schemas.microsoft.com/office/drawing/2014/main" id="{F33297F0-FA5F-BEB8-AA2D-7CE698BDAB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067" r="20877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8562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19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1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pPr>
              <a:defRPr sz="3000" b="1"/>
            </a:pPr>
            <a:r>
              <a:rPr lang="pt-BR" sz="3000">
                <a:solidFill>
                  <a:srgbClr val="FFFFFF"/>
                </a:solidFill>
              </a:rPr>
              <a:t>Diferença entre Associação e Cooperativa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018F046-6F42-9E5E-3D34-D1DD08AAF0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2860236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Duas pessoas segurando as mãos uma da outra">
            <a:extLst>
              <a:ext uri="{FF2B5EF4-FFF2-40B4-BE49-F238E27FC236}">
                <a16:creationId xmlns:a16="http://schemas.microsoft.com/office/drawing/2014/main" id="{566886A0-B476-EEFD-2F2F-CCDC78CAB91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9091" r="1909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41" name="Rectangle 38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0CFABF71-C819-E2A1-B740-2E0155214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pt-BR"/>
              <a:t>Como funciona uma cooperativa</a:t>
            </a:r>
            <a:endParaRPr lang="pt-BR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BAE3605-0CD6-9C42-F30D-E0EAE1D86C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4499298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pPr>
              <a:defRPr sz="3000" b="1"/>
            </a:pPr>
            <a:r>
              <a:rPr lang="pt-BR" sz="3500">
                <a:solidFill>
                  <a:srgbClr val="FFFFFF"/>
                </a:solidFill>
              </a:rPr>
              <a:t>Vantagens do Trabalho Coletivo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6EC6033-9608-3D8B-F730-2840495692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048923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pPr>
              <a:defRPr sz="3000" b="1"/>
            </a:pPr>
            <a:r>
              <a:rPr lang="pt-BR" sz="3500">
                <a:solidFill>
                  <a:srgbClr val="FFFFFF"/>
                </a:solidFill>
              </a:rPr>
              <a:t>Formalização Profissional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7713359-E3FE-F625-C568-EB4305C572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314779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pPr>
              <a:defRPr sz="3000" b="1"/>
            </a:pPr>
            <a:r>
              <a:rPr lang="pt-BR" sz="3200">
                <a:solidFill>
                  <a:srgbClr val="FFFFFF"/>
                </a:solidFill>
              </a:rPr>
              <a:t>Ética no Empreendedorismo do Cuidado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8652699-127A-8D1C-EC90-6F9C538E9C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776533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pPr>
              <a:defRPr sz="3000" b="1"/>
            </a:pPr>
            <a:r>
              <a:rPr lang="pt-BR" sz="3500">
                <a:solidFill>
                  <a:srgbClr val="FFFFFF"/>
                </a:solidFill>
              </a:rPr>
              <a:t>Planejamento para Empreender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1ADA54B-51AB-AFA6-1C1C-54AC831337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985395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pPr>
              <a:defRPr sz="3000" b="1"/>
            </a:pPr>
            <a:r>
              <a:rPr lang="pt-BR" sz="3500">
                <a:solidFill>
                  <a:srgbClr val="FFFFFF"/>
                </a:solidFill>
              </a:rPr>
              <a:t>Estudo de Caso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AD6F7D3-92C3-81B0-2E2A-40A17CF800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486282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1299" y="321733"/>
            <a:ext cx="8660121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175" y="1188637"/>
            <a:ext cx="2356072" cy="4480726"/>
          </a:xfrm>
        </p:spPr>
        <p:txBody>
          <a:bodyPr>
            <a:normAutofit/>
          </a:bodyPr>
          <a:lstStyle/>
          <a:p>
            <a:pPr algn="r">
              <a:defRPr sz="3000" b="1"/>
            </a:pPr>
            <a:r>
              <a:rPr lang="pt-BR" sz="4000" dirty="0"/>
              <a:t>Discussão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4196" y="1338729"/>
            <a:ext cx="3596688" cy="4180542"/>
          </a:xfrm>
        </p:spPr>
        <p:txBody>
          <a:bodyPr anchor="ctr">
            <a:normAutofit/>
          </a:bodyPr>
          <a:lstStyle/>
          <a:p>
            <a:pPr>
              <a:defRPr sz="2200"/>
            </a:pPr>
            <a:r>
              <a:rPr lang="pt-BR" sz="2100"/>
              <a:t>Quais dificuldades um cuidador encontra ao trabalhar sozinho?</a:t>
            </a:r>
          </a:p>
          <a:p>
            <a:pPr>
              <a:defRPr sz="2200"/>
            </a:pPr>
            <a:r>
              <a:rPr lang="pt-BR" sz="2100"/>
              <a:t>Como o trabalho coletivo pode ajudar?</a:t>
            </a:r>
          </a:p>
          <a:p>
            <a:pPr>
              <a:defRPr sz="2200"/>
            </a:pPr>
            <a:r>
              <a:rPr lang="pt-BR" sz="2100"/>
              <a:t>Quais serviços poderiam ser oferecidos em grupo?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pPr>
              <a:defRPr sz="3000" b="1"/>
            </a:pPr>
            <a:r>
              <a:rPr lang="pt-BR" sz="3000">
                <a:solidFill>
                  <a:srgbClr val="FFFFFF"/>
                </a:solidFill>
              </a:rPr>
              <a:t>Resumo da Aula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FA1D3EC-EBE7-7BB4-095F-AAB8BFA378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056668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588</Words>
  <Application>Microsoft Office PowerPoint</Application>
  <PresentationFormat>Apresentação na tela (4:3)</PresentationFormat>
  <Paragraphs>125</Paragraphs>
  <Slides>24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Empreendedorismo</vt:lpstr>
      <vt:lpstr>Retomando a Aula Anterior</vt:lpstr>
      <vt:lpstr>O que é Empreendedorismo?</vt:lpstr>
      <vt:lpstr>Características de uma Pessoa Empreendedora</vt:lpstr>
      <vt:lpstr>Empreendedorismo na Área do Cuidado</vt:lpstr>
      <vt:lpstr>Mercado de Trabalho para Cuidadores</vt:lpstr>
      <vt:lpstr>Desafios do Empreendedorismo</vt:lpstr>
      <vt:lpstr>Economia Solidária: Conceito</vt:lpstr>
      <vt:lpstr>Princípios da Economia Solidária</vt:lpstr>
      <vt:lpstr>Economia Solidária e o Cuidado de Idosos</vt:lpstr>
      <vt:lpstr>O que é Associativismo?</vt:lpstr>
      <vt:lpstr>Exemplos de Associações</vt:lpstr>
      <vt:lpstr>Como o Associativismo Pode Ajudar Cuidadores</vt:lpstr>
      <vt:lpstr>O que é Cooperativismo?</vt:lpstr>
      <vt:lpstr>Princípios do Cooperativismo</vt:lpstr>
      <vt:lpstr>Diferença entre Associação e Cooperativa</vt:lpstr>
      <vt:lpstr>Como funciona uma cooperativa</vt:lpstr>
      <vt:lpstr>Vantagens do Trabalho Coletivo</vt:lpstr>
      <vt:lpstr>Formalização Profissional</vt:lpstr>
      <vt:lpstr>Ética no Empreendedorismo do Cuidado</vt:lpstr>
      <vt:lpstr>Planejamento para Empreender</vt:lpstr>
      <vt:lpstr>Estudo de Caso</vt:lpstr>
      <vt:lpstr>Discussão</vt:lpstr>
      <vt:lpstr>Resumo da Aula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Natanael B</cp:lastModifiedBy>
  <cp:revision>2</cp:revision>
  <dcterms:created xsi:type="dcterms:W3CDTF">2013-01-27T09:14:16Z</dcterms:created>
  <dcterms:modified xsi:type="dcterms:W3CDTF">2026-05-14T13:22:36Z</dcterms:modified>
  <cp:category/>
</cp:coreProperties>
</file>