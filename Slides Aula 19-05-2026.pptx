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4" r:id="rId11"/>
    <p:sldId id="265" r:id="rId12"/>
    <p:sldId id="266" r:id="rId13"/>
    <p:sldId id="269" r:id="rId14"/>
    <p:sldId id="270" r:id="rId15"/>
    <p:sldId id="272" r:id="rId16"/>
    <p:sldId id="273" r:id="rId17"/>
    <p:sldId id="274" r:id="rId18"/>
    <p:sldId id="282" r:id="rId19"/>
    <p:sldId id="283" r:id="rId20"/>
    <p:sldId id="284" r:id="rId21"/>
    <p:sldId id="279" r:id="rId22"/>
    <p:sldId id="280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29F037-1E9B-4D91-91FB-AFF71AF8E4E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DD441B-5041-44A7-B23C-1E6A191B5242}">
      <dgm:prSet/>
      <dgm:spPr/>
      <dgm:t>
        <a:bodyPr/>
        <a:lstStyle/>
        <a:p>
          <a:r>
            <a:rPr lang="pt-BR"/>
            <a:t>Ações planejadas pelo Estado</a:t>
          </a:r>
          <a:endParaRPr lang="en-US"/>
        </a:p>
      </dgm:t>
    </dgm:pt>
    <dgm:pt modelId="{741B6176-66B2-4D37-93F7-8BC450A603EF}" type="parTrans" cxnId="{09BA007B-D161-4AFA-9730-EFFDAD90435B}">
      <dgm:prSet/>
      <dgm:spPr/>
      <dgm:t>
        <a:bodyPr/>
        <a:lstStyle/>
        <a:p>
          <a:endParaRPr lang="en-US"/>
        </a:p>
      </dgm:t>
    </dgm:pt>
    <dgm:pt modelId="{A01BA324-A582-440D-81CD-A343297B3965}" type="sibTrans" cxnId="{09BA007B-D161-4AFA-9730-EFFDAD90435B}">
      <dgm:prSet/>
      <dgm:spPr/>
      <dgm:t>
        <a:bodyPr/>
        <a:lstStyle/>
        <a:p>
          <a:endParaRPr lang="en-US"/>
        </a:p>
      </dgm:t>
    </dgm:pt>
    <dgm:pt modelId="{7F4014FD-ACCD-45FA-B359-1FCF2E6DB225}">
      <dgm:prSet/>
      <dgm:spPr/>
      <dgm:t>
        <a:bodyPr/>
        <a:lstStyle/>
        <a:p>
          <a:r>
            <a:rPr lang="pt-BR"/>
            <a:t>Programas e iniciativas voltados para necessidades sociais</a:t>
          </a:r>
          <a:endParaRPr lang="en-US"/>
        </a:p>
      </dgm:t>
    </dgm:pt>
    <dgm:pt modelId="{42D8CD89-DB45-4D2F-BE98-97375EB0CFC1}" type="parTrans" cxnId="{DF76F46A-973B-4EA2-95B5-7A758D8F4005}">
      <dgm:prSet/>
      <dgm:spPr/>
      <dgm:t>
        <a:bodyPr/>
        <a:lstStyle/>
        <a:p>
          <a:endParaRPr lang="en-US"/>
        </a:p>
      </dgm:t>
    </dgm:pt>
    <dgm:pt modelId="{DCB1ACFB-AC21-4F49-AF6F-128E7E38E01E}" type="sibTrans" cxnId="{DF76F46A-973B-4EA2-95B5-7A758D8F4005}">
      <dgm:prSet/>
      <dgm:spPr/>
      <dgm:t>
        <a:bodyPr/>
        <a:lstStyle/>
        <a:p>
          <a:endParaRPr lang="en-US"/>
        </a:p>
      </dgm:t>
    </dgm:pt>
    <dgm:pt modelId="{710B5D2A-C112-4FB9-A4CA-75FA3C1924F4}">
      <dgm:prSet/>
      <dgm:spPr/>
      <dgm:t>
        <a:bodyPr/>
        <a:lstStyle/>
        <a:p>
          <a:r>
            <a:rPr lang="pt-BR"/>
            <a:t>Instrumentos para gerar inclusão, trabalho e renda.</a:t>
          </a:r>
          <a:endParaRPr lang="en-US"/>
        </a:p>
      </dgm:t>
    </dgm:pt>
    <dgm:pt modelId="{1F816EC0-FE5E-454B-A5B6-DE0EC44BC080}" type="parTrans" cxnId="{B37362BF-2AE2-4817-B5FC-FB69BCAB843B}">
      <dgm:prSet/>
      <dgm:spPr/>
      <dgm:t>
        <a:bodyPr/>
        <a:lstStyle/>
        <a:p>
          <a:endParaRPr lang="en-US"/>
        </a:p>
      </dgm:t>
    </dgm:pt>
    <dgm:pt modelId="{9317A429-EF6E-485D-BC07-58B2FD9E9B35}" type="sibTrans" cxnId="{B37362BF-2AE2-4817-B5FC-FB69BCAB843B}">
      <dgm:prSet/>
      <dgm:spPr/>
      <dgm:t>
        <a:bodyPr/>
        <a:lstStyle/>
        <a:p>
          <a:endParaRPr lang="en-US"/>
        </a:p>
      </dgm:t>
    </dgm:pt>
    <dgm:pt modelId="{2E52C008-30A8-4B2E-AA21-F6E545E42D2C}" type="pres">
      <dgm:prSet presAssocID="{0429F037-1E9B-4D91-91FB-AFF71AF8E4E2}" presName="vert0" presStyleCnt="0">
        <dgm:presLayoutVars>
          <dgm:dir/>
          <dgm:animOne val="branch"/>
          <dgm:animLvl val="lvl"/>
        </dgm:presLayoutVars>
      </dgm:prSet>
      <dgm:spPr/>
    </dgm:pt>
    <dgm:pt modelId="{50F245E8-6217-4052-A970-5AF6FBB9F91E}" type="pres">
      <dgm:prSet presAssocID="{06DD441B-5041-44A7-B23C-1E6A191B5242}" presName="thickLine" presStyleLbl="alignNode1" presStyleIdx="0" presStyleCnt="3"/>
      <dgm:spPr/>
    </dgm:pt>
    <dgm:pt modelId="{4FF74F46-E611-4263-AFD1-B3700825B5F5}" type="pres">
      <dgm:prSet presAssocID="{06DD441B-5041-44A7-B23C-1E6A191B5242}" presName="horz1" presStyleCnt="0"/>
      <dgm:spPr/>
    </dgm:pt>
    <dgm:pt modelId="{04DFD4E0-DBA3-464F-928A-279C0D96E086}" type="pres">
      <dgm:prSet presAssocID="{06DD441B-5041-44A7-B23C-1E6A191B5242}" presName="tx1" presStyleLbl="revTx" presStyleIdx="0" presStyleCnt="3"/>
      <dgm:spPr/>
    </dgm:pt>
    <dgm:pt modelId="{4F6BCEA2-F4B5-4456-A5D7-1A8E15FC497E}" type="pres">
      <dgm:prSet presAssocID="{06DD441B-5041-44A7-B23C-1E6A191B5242}" presName="vert1" presStyleCnt="0"/>
      <dgm:spPr/>
    </dgm:pt>
    <dgm:pt modelId="{6300CD06-CC52-48EE-9F93-CDA94823A83F}" type="pres">
      <dgm:prSet presAssocID="{7F4014FD-ACCD-45FA-B359-1FCF2E6DB225}" presName="thickLine" presStyleLbl="alignNode1" presStyleIdx="1" presStyleCnt="3"/>
      <dgm:spPr/>
    </dgm:pt>
    <dgm:pt modelId="{DCE03FC6-44DB-4006-A66C-03D459924851}" type="pres">
      <dgm:prSet presAssocID="{7F4014FD-ACCD-45FA-B359-1FCF2E6DB225}" presName="horz1" presStyleCnt="0"/>
      <dgm:spPr/>
    </dgm:pt>
    <dgm:pt modelId="{2916FBAF-052F-4E5F-9351-6D804A9C007F}" type="pres">
      <dgm:prSet presAssocID="{7F4014FD-ACCD-45FA-B359-1FCF2E6DB225}" presName="tx1" presStyleLbl="revTx" presStyleIdx="1" presStyleCnt="3"/>
      <dgm:spPr/>
    </dgm:pt>
    <dgm:pt modelId="{4B758204-CF3B-4BEC-9255-13C7B78DAB93}" type="pres">
      <dgm:prSet presAssocID="{7F4014FD-ACCD-45FA-B359-1FCF2E6DB225}" presName="vert1" presStyleCnt="0"/>
      <dgm:spPr/>
    </dgm:pt>
    <dgm:pt modelId="{4BA04301-562A-42EA-8A8A-B80FFC34E76C}" type="pres">
      <dgm:prSet presAssocID="{710B5D2A-C112-4FB9-A4CA-75FA3C1924F4}" presName="thickLine" presStyleLbl="alignNode1" presStyleIdx="2" presStyleCnt="3"/>
      <dgm:spPr/>
    </dgm:pt>
    <dgm:pt modelId="{778AB377-A8F1-419D-A90B-0FCA3FF7F8AF}" type="pres">
      <dgm:prSet presAssocID="{710B5D2A-C112-4FB9-A4CA-75FA3C1924F4}" presName="horz1" presStyleCnt="0"/>
      <dgm:spPr/>
    </dgm:pt>
    <dgm:pt modelId="{DCDE24D1-FC80-41D3-90E7-720D9E1ACC0D}" type="pres">
      <dgm:prSet presAssocID="{710B5D2A-C112-4FB9-A4CA-75FA3C1924F4}" presName="tx1" presStyleLbl="revTx" presStyleIdx="2" presStyleCnt="3"/>
      <dgm:spPr/>
    </dgm:pt>
    <dgm:pt modelId="{F112D2AF-6522-4BA8-821E-7F085AEBAC6F}" type="pres">
      <dgm:prSet presAssocID="{710B5D2A-C112-4FB9-A4CA-75FA3C1924F4}" presName="vert1" presStyleCnt="0"/>
      <dgm:spPr/>
    </dgm:pt>
  </dgm:ptLst>
  <dgm:cxnLst>
    <dgm:cxn modelId="{6B3C310E-70E6-4F4B-A420-93405F5D8332}" type="presOf" srcId="{710B5D2A-C112-4FB9-A4CA-75FA3C1924F4}" destId="{DCDE24D1-FC80-41D3-90E7-720D9E1ACC0D}" srcOrd="0" destOrd="0" presId="urn:microsoft.com/office/officeart/2008/layout/LinedList"/>
    <dgm:cxn modelId="{22C36F3C-FD4D-442D-BB98-D43D3BA6EF3D}" type="presOf" srcId="{06DD441B-5041-44A7-B23C-1E6A191B5242}" destId="{04DFD4E0-DBA3-464F-928A-279C0D96E086}" srcOrd="0" destOrd="0" presId="urn:microsoft.com/office/officeart/2008/layout/LinedList"/>
    <dgm:cxn modelId="{DF76F46A-973B-4EA2-95B5-7A758D8F4005}" srcId="{0429F037-1E9B-4D91-91FB-AFF71AF8E4E2}" destId="{7F4014FD-ACCD-45FA-B359-1FCF2E6DB225}" srcOrd="1" destOrd="0" parTransId="{42D8CD89-DB45-4D2F-BE98-97375EB0CFC1}" sibTransId="{DCB1ACFB-AC21-4F49-AF6F-128E7E38E01E}"/>
    <dgm:cxn modelId="{09BA007B-D161-4AFA-9730-EFFDAD90435B}" srcId="{0429F037-1E9B-4D91-91FB-AFF71AF8E4E2}" destId="{06DD441B-5041-44A7-B23C-1E6A191B5242}" srcOrd="0" destOrd="0" parTransId="{741B6176-66B2-4D37-93F7-8BC450A603EF}" sibTransId="{A01BA324-A582-440D-81CD-A343297B3965}"/>
    <dgm:cxn modelId="{3CAA8884-838F-40CC-9680-AD553F719A8F}" type="presOf" srcId="{7F4014FD-ACCD-45FA-B359-1FCF2E6DB225}" destId="{2916FBAF-052F-4E5F-9351-6D804A9C007F}" srcOrd="0" destOrd="0" presId="urn:microsoft.com/office/officeart/2008/layout/LinedList"/>
    <dgm:cxn modelId="{B37362BF-2AE2-4817-B5FC-FB69BCAB843B}" srcId="{0429F037-1E9B-4D91-91FB-AFF71AF8E4E2}" destId="{710B5D2A-C112-4FB9-A4CA-75FA3C1924F4}" srcOrd="2" destOrd="0" parTransId="{1F816EC0-FE5E-454B-A5B6-DE0EC44BC080}" sibTransId="{9317A429-EF6E-485D-BC07-58B2FD9E9B35}"/>
    <dgm:cxn modelId="{909F1FFB-E0B1-40D6-A4E1-00758D3E8A93}" type="presOf" srcId="{0429F037-1E9B-4D91-91FB-AFF71AF8E4E2}" destId="{2E52C008-30A8-4B2E-AA21-F6E545E42D2C}" srcOrd="0" destOrd="0" presId="urn:microsoft.com/office/officeart/2008/layout/LinedList"/>
    <dgm:cxn modelId="{D7B6DD3F-0B10-43DF-97D0-4C4740A3D980}" type="presParOf" srcId="{2E52C008-30A8-4B2E-AA21-F6E545E42D2C}" destId="{50F245E8-6217-4052-A970-5AF6FBB9F91E}" srcOrd="0" destOrd="0" presId="urn:microsoft.com/office/officeart/2008/layout/LinedList"/>
    <dgm:cxn modelId="{18849DEE-7F4A-48DA-8D13-2137E666F5EC}" type="presParOf" srcId="{2E52C008-30A8-4B2E-AA21-F6E545E42D2C}" destId="{4FF74F46-E611-4263-AFD1-B3700825B5F5}" srcOrd="1" destOrd="0" presId="urn:microsoft.com/office/officeart/2008/layout/LinedList"/>
    <dgm:cxn modelId="{FD234A2D-B7B8-40F0-BB95-DF5A09702C00}" type="presParOf" srcId="{4FF74F46-E611-4263-AFD1-B3700825B5F5}" destId="{04DFD4E0-DBA3-464F-928A-279C0D96E086}" srcOrd="0" destOrd="0" presId="urn:microsoft.com/office/officeart/2008/layout/LinedList"/>
    <dgm:cxn modelId="{E978475D-4DC0-4B70-A21D-3319C762D884}" type="presParOf" srcId="{4FF74F46-E611-4263-AFD1-B3700825B5F5}" destId="{4F6BCEA2-F4B5-4456-A5D7-1A8E15FC497E}" srcOrd="1" destOrd="0" presId="urn:microsoft.com/office/officeart/2008/layout/LinedList"/>
    <dgm:cxn modelId="{9CB5252C-D5D7-4BA9-AD51-9207DB86E543}" type="presParOf" srcId="{2E52C008-30A8-4B2E-AA21-F6E545E42D2C}" destId="{6300CD06-CC52-48EE-9F93-CDA94823A83F}" srcOrd="2" destOrd="0" presId="urn:microsoft.com/office/officeart/2008/layout/LinedList"/>
    <dgm:cxn modelId="{F9F1A3C2-98BE-4AD2-A377-C2161D72A9AB}" type="presParOf" srcId="{2E52C008-30A8-4B2E-AA21-F6E545E42D2C}" destId="{DCE03FC6-44DB-4006-A66C-03D459924851}" srcOrd="3" destOrd="0" presId="urn:microsoft.com/office/officeart/2008/layout/LinedList"/>
    <dgm:cxn modelId="{40D4CD0E-69B8-4E25-850D-FD76E777EC61}" type="presParOf" srcId="{DCE03FC6-44DB-4006-A66C-03D459924851}" destId="{2916FBAF-052F-4E5F-9351-6D804A9C007F}" srcOrd="0" destOrd="0" presId="urn:microsoft.com/office/officeart/2008/layout/LinedList"/>
    <dgm:cxn modelId="{4B000C13-90F1-4FD0-9E27-66468A788050}" type="presParOf" srcId="{DCE03FC6-44DB-4006-A66C-03D459924851}" destId="{4B758204-CF3B-4BEC-9255-13C7B78DAB93}" srcOrd="1" destOrd="0" presId="urn:microsoft.com/office/officeart/2008/layout/LinedList"/>
    <dgm:cxn modelId="{64C8A9D5-EC38-438E-99FF-08654C084E1A}" type="presParOf" srcId="{2E52C008-30A8-4B2E-AA21-F6E545E42D2C}" destId="{4BA04301-562A-42EA-8A8A-B80FFC34E76C}" srcOrd="4" destOrd="0" presId="urn:microsoft.com/office/officeart/2008/layout/LinedList"/>
    <dgm:cxn modelId="{793665F4-C3CD-4FA3-AAA2-A7EDFCEB6043}" type="presParOf" srcId="{2E52C008-30A8-4B2E-AA21-F6E545E42D2C}" destId="{778AB377-A8F1-419D-A90B-0FCA3FF7F8AF}" srcOrd="5" destOrd="0" presId="urn:microsoft.com/office/officeart/2008/layout/LinedList"/>
    <dgm:cxn modelId="{BA48936A-3D95-4894-A648-ADE49F617988}" type="presParOf" srcId="{778AB377-A8F1-419D-A90B-0FCA3FF7F8AF}" destId="{DCDE24D1-FC80-41D3-90E7-720D9E1ACC0D}" srcOrd="0" destOrd="0" presId="urn:microsoft.com/office/officeart/2008/layout/LinedList"/>
    <dgm:cxn modelId="{52E04A21-6E5A-4708-B203-557FC6C05189}" type="presParOf" srcId="{778AB377-A8F1-419D-A90B-0FCA3FF7F8AF}" destId="{F112D2AF-6522-4BA8-821E-7F085AEBAC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A3506B-4454-4EBF-86C2-DA9AC620FD0A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E63048-7229-4378-90B0-5236CEC8A22B}">
      <dgm:prSet/>
      <dgm:spPr/>
      <dgm:t>
        <a:bodyPr/>
        <a:lstStyle/>
        <a:p>
          <a:r>
            <a:rPr lang="pt-BR"/>
            <a:t>Programas de qualificação profissional</a:t>
          </a:r>
          <a:endParaRPr lang="en-US"/>
        </a:p>
      </dgm:t>
    </dgm:pt>
    <dgm:pt modelId="{137C6FFE-FCF1-4C0B-A693-692BEAB81CF7}" type="parTrans" cxnId="{4DE37B67-F288-43EF-AFC7-A65A48A7FD42}">
      <dgm:prSet/>
      <dgm:spPr/>
      <dgm:t>
        <a:bodyPr/>
        <a:lstStyle/>
        <a:p>
          <a:endParaRPr lang="en-US"/>
        </a:p>
      </dgm:t>
    </dgm:pt>
    <dgm:pt modelId="{E9830D04-4AA8-4932-9BB7-7ACC828844FC}" type="sibTrans" cxnId="{4DE37B67-F288-43EF-AFC7-A65A48A7FD42}">
      <dgm:prSet/>
      <dgm:spPr/>
      <dgm:t>
        <a:bodyPr/>
        <a:lstStyle/>
        <a:p>
          <a:endParaRPr lang="en-US"/>
        </a:p>
      </dgm:t>
    </dgm:pt>
    <dgm:pt modelId="{43B4F992-DE43-4D49-9A08-DAC811A8043F}">
      <dgm:prSet/>
      <dgm:spPr/>
      <dgm:t>
        <a:bodyPr/>
        <a:lstStyle/>
        <a:p>
          <a:r>
            <a:rPr lang="pt-BR"/>
            <a:t>Crédito para pequenos negócios</a:t>
          </a:r>
          <a:endParaRPr lang="en-US"/>
        </a:p>
      </dgm:t>
    </dgm:pt>
    <dgm:pt modelId="{28E03707-90DD-4D95-B42F-D801259EC862}" type="parTrans" cxnId="{E8E5CD5E-8C7F-4EF7-80D3-0F1F049346F5}">
      <dgm:prSet/>
      <dgm:spPr/>
      <dgm:t>
        <a:bodyPr/>
        <a:lstStyle/>
        <a:p>
          <a:endParaRPr lang="en-US"/>
        </a:p>
      </dgm:t>
    </dgm:pt>
    <dgm:pt modelId="{F9EB9A4D-F49C-4C75-9FE5-7B3CAB81987B}" type="sibTrans" cxnId="{E8E5CD5E-8C7F-4EF7-80D3-0F1F049346F5}">
      <dgm:prSet/>
      <dgm:spPr/>
      <dgm:t>
        <a:bodyPr/>
        <a:lstStyle/>
        <a:p>
          <a:endParaRPr lang="en-US"/>
        </a:p>
      </dgm:t>
    </dgm:pt>
    <dgm:pt modelId="{C0C2A742-CBAC-44D2-AD19-7BCE58E0F5DC}">
      <dgm:prSet/>
      <dgm:spPr/>
      <dgm:t>
        <a:bodyPr/>
        <a:lstStyle/>
        <a:p>
          <a:r>
            <a:rPr lang="pt-BR"/>
            <a:t>Incentivos à formalização</a:t>
          </a:r>
          <a:endParaRPr lang="en-US"/>
        </a:p>
      </dgm:t>
    </dgm:pt>
    <dgm:pt modelId="{391FF4CC-BF3F-41AA-A7A4-7E9206C3F07A}" type="parTrans" cxnId="{F5C36B09-D937-48D5-BF20-5FFEB857DBF9}">
      <dgm:prSet/>
      <dgm:spPr/>
      <dgm:t>
        <a:bodyPr/>
        <a:lstStyle/>
        <a:p>
          <a:endParaRPr lang="en-US"/>
        </a:p>
      </dgm:t>
    </dgm:pt>
    <dgm:pt modelId="{44C37CE5-F824-4006-8FB1-9B2307C3FF52}" type="sibTrans" cxnId="{F5C36B09-D937-48D5-BF20-5FFEB857DBF9}">
      <dgm:prSet/>
      <dgm:spPr/>
      <dgm:t>
        <a:bodyPr/>
        <a:lstStyle/>
        <a:p>
          <a:endParaRPr lang="en-US"/>
        </a:p>
      </dgm:t>
    </dgm:pt>
    <dgm:pt modelId="{D5EEE51F-FD84-463B-B52B-648933B775A4}">
      <dgm:prSet/>
      <dgm:spPr/>
      <dgm:t>
        <a:bodyPr/>
        <a:lstStyle/>
        <a:p>
          <a:r>
            <a:rPr lang="pt-BR"/>
            <a:t>Programas de economia solidária.</a:t>
          </a:r>
          <a:endParaRPr lang="en-US"/>
        </a:p>
      </dgm:t>
    </dgm:pt>
    <dgm:pt modelId="{8B182B48-E3AB-40D0-9558-1B88C85C6670}" type="parTrans" cxnId="{E688A604-6007-45E6-ADD1-C7623AE3828B}">
      <dgm:prSet/>
      <dgm:spPr/>
      <dgm:t>
        <a:bodyPr/>
        <a:lstStyle/>
        <a:p>
          <a:endParaRPr lang="en-US"/>
        </a:p>
      </dgm:t>
    </dgm:pt>
    <dgm:pt modelId="{4E074EE1-96F3-4BDA-984C-505A4F9097C0}" type="sibTrans" cxnId="{E688A604-6007-45E6-ADD1-C7623AE3828B}">
      <dgm:prSet/>
      <dgm:spPr/>
      <dgm:t>
        <a:bodyPr/>
        <a:lstStyle/>
        <a:p>
          <a:endParaRPr lang="en-US"/>
        </a:p>
      </dgm:t>
    </dgm:pt>
    <dgm:pt modelId="{2A5304B0-0335-431C-B978-394B657BA7D0}" type="pres">
      <dgm:prSet presAssocID="{49A3506B-4454-4EBF-86C2-DA9AC620FD0A}" presName="matrix" presStyleCnt="0">
        <dgm:presLayoutVars>
          <dgm:chMax val="1"/>
          <dgm:dir/>
          <dgm:resizeHandles val="exact"/>
        </dgm:presLayoutVars>
      </dgm:prSet>
      <dgm:spPr/>
    </dgm:pt>
    <dgm:pt modelId="{68E7FCFB-9FA4-43C8-82D8-75403E907300}" type="pres">
      <dgm:prSet presAssocID="{49A3506B-4454-4EBF-86C2-DA9AC620FD0A}" presName="diamond" presStyleLbl="bgShp" presStyleIdx="0" presStyleCnt="1"/>
      <dgm:spPr/>
    </dgm:pt>
    <dgm:pt modelId="{D668979F-EAF6-42BE-B716-230239F77F54}" type="pres">
      <dgm:prSet presAssocID="{49A3506B-4454-4EBF-86C2-DA9AC620FD0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DB3F8E0-57D3-475D-9774-D078B457684B}" type="pres">
      <dgm:prSet presAssocID="{49A3506B-4454-4EBF-86C2-DA9AC620FD0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EFFEE2B-5C7F-4123-9310-638C63DAB01E}" type="pres">
      <dgm:prSet presAssocID="{49A3506B-4454-4EBF-86C2-DA9AC620FD0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F8C7B3F-E54D-40E9-9191-D507B80B5FFF}" type="pres">
      <dgm:prSet presAssocID="{49A3506B-4454-4EBF-86C2-DA9AC620FD0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EC18804-61BE-4963-9778-75BBCC1EB64F}" type="presOf" srcId="{49A3506B-4454-4EBF-86C2-DA9AC620FD0A}" destId="{2A5304B0-0335-431C-B978-394B657BA7D0}" srcOrd="0" destOrd="0" presId="urn:microsoft.com/office/officeart/2005/8/layout/matrix3"/>
    <dgm:cxn modelId="{E688A604-6007-45E6-ADD1-C7623AE3828B}" srcId="{49A3506B-4454-4EBF-86C2-DA9AC620FD0A}" destId="{D5EEE51F-FD84-463B-B52B-648933B775A4}" srcOrd="3" destOrd="0" parTransId="{8B182B48-E3AB-40D0-9558-1B88C85C6670}" sibTransId="{4E074EE1-96F3-4BDA-984C-505A4F9097C0}"/>
    <dgm:cxn modelId="{F5C36B09-D937-48D5-BF20-5FFEB857DBF9}" srcId="{49A3506B-4454-4EBF-86C2-DA9AC620FD0A}" destId="{C0C2A742-CBAC-44D2-AD19-7BCE58E0F5DC}" srcOrd="2" destOrd="0" parTransId="{391FF4CC-BF3F-41AA-A7A4-7E9206C3F07A}" sibTransId="{44C37CE5-F824-4006-8FB1-9B2307C3FF52}"/>
    <dgm:cxn modelId="{1EC1F119-B749-4040-A7C4-03E4F8182938}" type="presOf" srcId="{D5EEE51F-FD84-463B-B52B-648933B775A4}" destId="{8F8C7B3F-E54D-40E9-9191-D507B80B5FFF}" srcOrd="0" destOrd="0" presId="urn:microsoft.com/office/officeart/2005/8/layout/matrix3"/>
    <dgm:cxn modelId="{8B24B734-B0FF-4846-BD2F-7C8742271ED5}" type="presOf" srcId="{C0C2A742-CBAC-44D2-AD19-7BCE58E0F5DC}" destId="{6EFFEE2B-5C7F-4123-9310-638C63DAB01E}" srcOrd="0" destOrd="0" presId="urn:microsoft.com/office/officeart/2005/8/layout/matrix3"/>
    <dgm:cxn modelId="{E8E5CD5E-8C7F-4EF7-80D3-0F1F049346F5}" srcId="{49A3506B-4454-4EBF-86C2-DA9AC620FD0A}" destId="{43B4F992-DE43-4D49-9A08-DAC811A8043F}" srcOrd="1" destOrd="0" parTransId="{28E03707-90DD-4D95-B42F-D801259EC862}" sibTransId="{F9EB9A4D-F49C-4C75-9FE5-7B3CAB81987B}"/>
    <dgm:cxn modelId="{4DE37B67-F288-43EF-AFC7-A65A48A7FD42}" srcId="{49A3506B-4454-4EBF-86C2-DA9AC620FD0A}" destId="{2CE63048-7229-4378-90B0-5236CEC8A22B}" srcOrd="0" destOrd="0" parTransId="{137C6FFE-FCF1-4C0B-A693-692BEAB81CF7}" sibTransId="{E9830D04-4AA8-4932-9BB7-7ACC828844FC}"/>
    <dgm:cxn modelId="{CBB64E54-7E8D-4734-BB56-F8F7628727D0}" type="presOf" srcId="{43B4F992-DE43-4D49-9A08-DAC811A8043F}" destId="{7DB3F8E0-57D3-475D-9774-D078B457684B}" srcOrd="0" destOrd="0" presId="urn:microsoft.com/office/officeart/2005/8/layout/matrix3"/>
    <dgm:cxn modelId="{A42976C3-A7F6-463C-80D3-6F882340F39A}" type="presOf" srcId="{2CE63048-7229-4378-90B0-5236CEC8A22B}" destId="{D668979F-EAF6-42BE-B716-230239F77F54}" srcOrd="0" destOrd="0" presId="urn:microsoft.com/office/officeart/2005/8/layout/matrix3"/>
    <dgm:cxn modelId="{696D4BC8-D496-4648-99F9-633F29E5A106}" type="presParOf" srcId="{2A5304B0-0335-431C-B978-394B657BA7D0}" destId="{68E7FCFB-9FA4-43C8-82D8-75403E907300}" srcOrd="0" destOrd="0" presId="urn:microsoft.com/office/officeart/2005/8/layout/matrix3"/>
    <dgm:cxn modelId="{A2AF0D37-6A6E-4361-9835-8E353BAF4D7C}" type="presParOf" srcId="{2A5304B0-0335-431C-B978-394B657BA7D0}" destId="{D668979F-EAF6-42BE-B716-230239F77F54}" srcOrd="1" destOrd="0" presId="urn:microsoft.com/office/officeart/2005/8/layout/matrix3"/>
    <dgm:cxn modelId="{A9732032-0E21-461E-B181-14BD3A59E249}" type="presParOf" srcId="{2A5304B0-0335-431C-B978-394B657BA7D0}" destId="{7DB3F8E0-57D3-475D-9774-D078B457684B}" srcOrd="2" destOrd="0" presId="urn:microsoft.com/office/officeart/2005/8/layout/matrix3"/>
    <dgm:cxn modelId="{7BE1D22F-FB16-47BB-ACA3-A86939A68C2D}" type="presParOf" srcId="{2A5304B0-0335-431C-B978-394B657BA7D0}" destId="{6EFFEE2B-5C7F-4123-9310-638C63DAB01E}" srcOrd="3" destOrd="0" presId="urn:microsoft.com/office/officeart/2005/8/layout/matrix3"/>
    <dgm:cxn modelId="{58D21F4A-31D9-4CCD-A34B-7E146BC22D9E}" type="presParOf" srcId="{2A5304B0-0335-431C-B978-394B657BA7D0}" destId="{8F8C7B3F-E54D-40E9-9191-D507B80B5FF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9A1624-E3D1-4AF0-9C8C-51D7611671E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98F9F76-35CC-43AD-BEA0-FAE67086D193}">
      <dgm:prSet/>
      <dgm:spPr/>
      <dgm:t>
        <a:bodyPr/>
        <a:lstStyle/>
        <a:p>
          <a:r>
            <a:rPr lang="pt-BR"/>
            <a:t>Geram emprego e renda</a:t>
          </a:r>
          <a:endParaRPr lang="en-US"/>
        </a:p>
      </dgm:t>
    </dgm:pt>
    <dgm:pt modelId="{797EDBE8-E626-4E74-8685-6C8D7ED56140}" type="parTrans" cxnId="{97079BB4-003E-47CF-90B9-EB6ED47F4D76}">
      <dgm:prSet/>
      <dgm:spPr/>
      <dgm:t>
        <a:bodyPr/>
        <a:lstStyle/>
        <a:p>
          <a:endParaRPr lang="en-US"/>
        </a:p>
      </dgm:t>
    </dgm:pt>
    <dgm:pt modelId="{3D8099CB-9FC4-441F-BD22-A38DED41FE9D}" type="sibTrans" cxnId="{97079BB4-003E-47CF-90B9-EB6ED47F4D76}">
      <dgm:prSet/>
      <dgm:spPr/>
      <dgm:t>
        <a:bodyPr/>
        <a:lstStyle/>
        <a:p>
          <a:endParaRPr lang="en-US"/>
        </a:p>
      </dgm:t>
    </dgm:pt>
    <dgm:pt modelId="{6C3BB7D9-8688-4806-A4E6-83DB55B9CDD3}">
      <dgm:prSet/>
      <dgm:spPr/>
      <dgm:t>
        <a:bodyPr/>
        <a:lstStyle/>
        <a:p>
          <a:r>
            <a:rPr lang="pt-BR"/>
            <a:t>Movimentam a economia local</a:t>
          </a:r>
          <a:endParaRPr lang="en-US"/>
        </a:p>
      </dgm:t>
    </dgm:pt>
    <dgm:pt modelId="{BE18D464-8BB0-49AF-A883-F9B3EC335516}" type="parTrans" cxnId="{0786F72F-4ECC-4875-86A2-DC243CBC6D54}">
      <dgm:prSet/>
      <dgm:spPr/>
      <dgm:t>
        <a:bodyPr/>
        <a:lstStyle/>
        <a:p>
          <a:endParaRPr lang="en-US"/>
        </a:p>
      </dgm:t>
    </dgm:pt>
    <dgm:pt modelId="{C4C15B69-2DF6-467C-9437-CF2B61ACC2C5}" type="sibTrans" cxnId="{0786F72F-4ECC-4875-86A2-DC243CBC6D54}">
      <dgm:prSet/>
      <dgm:spPr/>
      <dgm:t>
        <a:bodyPr/>
        <a:lstStyle/>
        <a:p>
          <a:endParaRPr lang="en-US"/>
        </a:p>
      </dgm:t>
    </dgm:pt>
    <dgm:pt modelId="{A2112AF1-6EC5-4B5C-B619-F90CA6356908}">
      <dgm:prSet/>
      <dgm:spPr/>
      <dgm:t>
        <a:bodyPr/>
        <a:lstStyle/>
        <a:p>
          <a:r>
            <a:rPr lang="pt-BR"/>
            <a:t>Criam oportunidades em bairros e comunidades</a:t>
          </a:r>
          <a:endParaRPr lang="en-US"/>
        </a:p>
      </dgm:t>
    </dgm:pt>
    <dgm:pt modelId="{D8E0EBB1-F8BC-4B38-A1B1-CE4E76218788}" type="parTrans" cxnId="{4B77741C-014E-4456-9768-302FC0C55704}">
      <dgm:prSet/>
      <dgm:spPr/>
      <dgm:t>
        <a:bodyPr/>
        <a:lstStyle/>
        <a:p>
          <a:endParaRPr lang="en-US"/>
        </a:p>
      </dgm:t>
    </dgm:pt>
    <dgm:pt modelId="{2853D2C2-DE27-46A0-8E82-6DFA9BA87136}" type="sibTrans" cxnId="{4B77741C-014E-4456-9768-302FC0C55704}">
      <dgm:prSet/>
      <dgm:spPr/>
      <dgm:t>
        <a:bodyPr/>
        <a:lstStyle/>
        <a:p>
          <a:endParaRPr lang="en-US"/>
        </a:p>
      </dgm:t>
    </dgm:pt>
    <dgm:pt modelId="{7563BCC5-1641-46DA-87A7-55CD256DF90D}">
      <dgm:prSet/>
      <dgm:spPr/>
      <dgm:t>
        <a:bodyPr/>
        <a:lstStyle/>
        <a:p>
          <a:r>
            <a:rPr lang="pt-BR"/>
            <a:t>Favorecem autonomia financeira</a:t>
          </a:r>
          <a:endParaRPr lang="en-US"/>
        </a:p>
      </dgm:t>
    </dgm:pt>
    <dgm:pt modelId="{1FC38D2C-C5D5-4B27-A28D-B44746DEBDAC}" type="parTrans" cxnId="{850CBBFC-A94D-45E0-8AB0-17EAA7CD2D02}">
      <dgm:prSet/>
      <dgm:spPr/>
      <dgm:t>
        <a:bodyPr/>
        <a:lstStyle/>
        <a:p>
          <a:endParaRPr lang="en-US"/>
        </a:p>
      </dgm:t>
    </dgm:pt>
    <dgm:pt modelId="{DEDA80B7-2971-491F-A788-77F0D8272479}" type="sibTrans" cxnId="{850CBBFC-A94D-45E0-8AB0-17EAA7CD2D02}">
      <dgm:prSet/>
      <dgm:spPr/>
      <dgm:t>
        <a:bodyPr/>
        <a:lstStyle/>
        <a:p>
          <a:endParaRPr lang="en-US"/>
        </a:p>
      </dgm:t>
    </dgm:pt>
    <dgm:pt modelId="{7CFEDE32-4D68-43CA-AB40-0FF01808A078}">
      <dgm:prSet/>
      <dgm:spPr/>
      <dgm:t>
        <a:bodyPr/>
        <a:lstStyle/>
        <a:p>
          <a:r>
            <a:rPr lang="pt-BR"/>
            <a:t>Reduzem desigualdades sociais.</a:t>
          </a:r>
          <a:endParaRPr lang="en-US"/>
        </a:p>
      </dgm:t>
    </dgm:pt>
    <dgm:pt modelId="{0B6F057B-E495-41A3-B442-D204AD0602BC}" type="parTrans" cxnId="{6DC653EF-7688-423B-8369-E079F452141F}">
      <dgm:prSet/>
      <dgm:spPr/>
      <dgm:t>
        <a:bodyPr/>
        <a:lstStyle/>
        <a:p>
          <a:endParaRPr lang="en-US"/>
        </a:p>
      </dgm:t>
    </dgm:pt>
    <dgm:pt modelId="{E8E0D9ED-DC32-4DA4-A50D-0FB9794F4A68}" type="sibTrans" cxnId="{6DC653EF-7688-423B-8369-E079F452141F}">
      <dgm:prSet/>
      <dgm:spPr/>
      <dgm:t>
        <a:bodyPr/>
        <a:lstStyle/>
        <a:p>
          <a:endParaRPr lang="en-US"/>
        </a:p>
      </dgm:t>
    </dgm:pt>
    <dgm:pt modelId="{A6F15F11-5122-4FEF-B6F9-D64573ECCBC2}" type="pres">
      <dgm:prSet presAssocID="{6B9A1624-E3D1-4AF0-9C8C-51D7611671E6}" presName="linear" presStyleCnt="0">
        <dgm:presLayoutVars>
          <dgm:animLvl val="lvl"/>
          <dgm:resizeHandles val="exact"/>
        </dgm:presLayoutVars>
      </dgm:prSet>
      <dgm:spPr/>
    </dgm:pt>
    <dgm:pt modelId="{101A2C1A-F71E-4F01-9A26-16AF91D5C8E2}" type="pres">
      <dgm:prSet presAssocID="{A98F9F76-35CC-43AD-BEA0-FAE67086D19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D7D6C8E-19B7-456C-8F66-DF3C93289C8D}" type="pres">
      <dgm:prSet presAssocID="{3D8099CB-9FC4-441F-BD22-A38DED41FE9D}" presName="spacer" presStyleCnt="0"/>
      <dgm:spPr/>
    </dgm:pt>
    <dgm:pt modelId="{02DC04C9-0236-47CE-9386-17360D2AD6A7}" type="pres">
      <dgm:prSet presAssocID="{6C3BB7D9-8688-4806-A4E6-83DB55B9CDD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F926367-4FF8-4B85-AAFD-79A3699A0B3B}" type="pres">
      <dgm:prSet presAssocID="{C4C15B69-2DF6-467C-9437-CF2B61ACC2C5}" presName="spacer" presStyleCnt="0"/>
      <dgm:spPr/>
    </dgm:pt>
    <dgm:pt modelId="{03F4A101-DAF3-4198-9637-F48D7E0344F8}" type="pres">
      <dgm:prSet presAssocID="{A2112AF1-6EC5-4B5C-B619-F90CA635690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A6646C3-23BE-416E-B962-3255425B186B}" type="pres">
      <dgm:prSet presAssocID="{2853D2C2-DE27-46A0-8E82-6DFA9BA87136}" presName="spacer" presStyleCnt="0"/>
      <dgm:spPr/>
    </dgm:pt>
    <dgm:pt modelId="{454A2BB8-E707-4509-9F81-B54E3DB986FF}" type="pres">
      <dgm:prSet presAssocID="{7563BCC5-1641-46DA-87A7-55CD256DF90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B1174F6-BE6B-43E5-9B8B-41BB8E14E871}" type="pres">
      <dgm:prSet presAssocID="{DEDA80B7-2971-491F-A788-77F0D8272479}" presName="spacer" presStyleCnt="0"/>
      <dgm:spPr/>
    </dgm:pt>
    <dgm:pt modelId="{49046531-D72B-4846-B2B6-2F9B84AFC582}" type="pres">
      <dgm:prSet presAssocID="{7CFEDE32-4D68-43CA-AB40-0FF01808A07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629C100-3C4B-43F6-AA00-28A58AB95FA4}" type="presOf" srcId="{6B9A1624-E3D1-4AF0-9C8C-51D7611671E6}" destId="{A6F15F11-5122-4FEF-B6F9-D64573ECCBC2}" srcOrd="0" destOrd="0" presId="urn:microsoft.com/office/officeart/2005/8/layout/vList2"/>
    <dgm:cxn modelId="{4B77741C-014E-4456-9768-302FC0C55704}" srcId="{6B9A1624-E3D1-4AF0-9C8C-51D7611671E6}" destId="{A2112AF1-6EC5-4B5C-B619-F90CA6356908}" srcOrd="2" destOrd="0" parTransId="{D8E0EBB1-F8BC-4B38-A1B1-CE4E76218788}" sibTransId="{2853D2C2-DE27-46A0-8E82-6DFA9BA87136}"/>
    <dgm:cxn modelId="{FCF84B1F-8D73-4FFA-8EB6-1A9E1F1F51E7}" type="presOf" srcId="{7CFEDE32-4D68-43CA-AB40-0FF01808A078}" destId="{49046531-D72B-4846-B2B6-2F9B84AFC582}" srcOrd="0" destOrd="0" presId="urn:microsoft.com/office/officeart/2005/8/layout/vList2"/>
    <dgm:cxn modelId="{0786F72F-4ECC-4875-86A2-DC243CBC6D54}" srcId="{6B9A1624-E3D1-4AF0-9C8C-51D7611671E6}" destId="{6C3BB7D9-8688-4806-A4E6-83DB55B9CDD3}" srcOrd="1" destOrd="0" parTransId="{BE18D464-8BB0-49AF-A883-F9B3EC335516}" sibTransId="{C4C15B69-2DF6-467C-9437-CF2B61ACC2C5}"/>
    <dgm:cxn modelId="{0CE0E752-FC8D-4B88-AC14-32B27123C3D2}" type="presOf" srcId="{7563BCC5-1641-46DA-87A7-55CD256DF90D}" destId="{454A2BB8-E707-4509-9F81-B54E3DB986FF}" srcOrd="0" destOrd="0" presId="urn:microsoft.com/office/officeart/2005/8/layout/vList2"/>
    <dgm:cxn modelId="{B314B688-8D77-48A6-ACBF-1A8B9578EC54}" type="presOf" srcId="{6C3BB7D9-8688-4806-A4E6-83DB55B9CDD3}" destId="{02DC04C9-0236-47CE-9386-17360D2AD6A7}" srcOrd="0" destOrd="0" presId="urn:microsoft.com/office/officeart/2005/8/layout/vList2"/>
    <dgm:cxn modelId="{42B4C790-2C44-498D-A06B-05BC9BEA6153}" type="presOf" srcId="{A98F9F76-35CC-43AD-BEA0-FAE67086D193}" destId="{101A2C1A-F71E-4F01-9A26-16AF91D5C8E2}" srcOrd="0" destOrd="0" presId="urn:microsoft.com/office/officeart/2005/8/layout/vList2"/>
    <dgm:cxn modelId="{97079BB4-003E-47CF-90B9-EB6ED47F4D76}" srcId="{6B9A1624-E3D1-4AF0-9C8C-51D7611671E6}" destId="{A98F9F76-35CC-43AD-BEA0-FAE67086D193}" srcOrd="0" destOrd="0" parTransId="{797EDBE8-E626-4E74-8685-6C8D7ED56140}" sibTransId="{3D8099CB-9FC4-441F-BD22-A38DED41FE9D}"/>
    <dgm:cxn modelId="{CA7B5BEA-ECE9-400E-BAE1-EA575681B868}" type="presOf" srcId="{A2112AF1-6EC5-4B5C-B619-F90CA6356908}" destId="{03F4A101-DAF3-4198-9637-F48D7E0344F8}" srcOrd="0" destOrd="0" presId="urn:microsoft.com/office/officeart/2005/8/layout/vList2"/>
    <dgm:cxn modelId="{6DC653EF-7688-423B-8369-E079F452141F}" srcId="{6B9A1624-E3D1-4AF0-9C8C-51D7611671E6}" destId="{7CFEDE32-4D68-43CA-AB40-0FF01808A078}" srcOrd="4" destOrd="0" parTransId="{0B6F057B-E495-41A3-B442-D204AD0602BC}" sibTransId="{E8E0D9ED-DC32-4DA4-A50D-0FB9794F4A68}"/>
    <dgm:cxn modelId="{850CBBFC-A94D-45E0-8AB0-17EAA7CD2D02}" srcId="{6B9A1624-E3D1-4AF0-9C8C-51D7611671E6}" destId="{7563BCC5-1641-46DA-87A7-55CD256DF90D}" srcOrd="3" destOrd="0" parTransId="{1FC38D2C-C5D5-4B27-A28D-B44746DEBDAC}" sibTransId="{DEDA80B7-2971-491F-A788-77F0D8272479}"/>
    <dgm:cxn modelId="{37FCD366-FB4B-45C3-A52F-A6AC6FBBCE6D}" type="presParOf" srcId="{A6F15F11-5122-4FEF-B6F9-D64573ECCBC2}" destId="{101A2C1A-F71E-4F01-9A26-16AF91D5C8E2}" srcOrd="0" destOrd="0" presId="urn:microsoft.com/office/officeart/2005/8/layout/vList2"/>
    <dgm:cxn modelId="{97328587-5BDA-47E6-9E23-E3EAD193F9A8}" type="presParOf" srcId="{A6F15F11-5122-4FEF-B6F9-D64573ECCBC2}" destId="{FD7D6C8E-19B7-456C-8F66-DF3C93289C8D}" srcOrd="1" destOrd="0" presId="urn:microsoft.com/office/officeart/2005/8/layout/vList2"/>
    <dgm:cxn modelId="{40D29175-41A2-49CA-83D5-FDA305FFD6A1}" type="presParOf" srcId="{A6F15F11-5122-4FEF-B6F9-D64573ECCBC2}" destId="{02DC04C9-0236-47CE-9386-17360D2AD6A7}" srcOrd="2" destOrd="0" presId="urn:microsoft.com/office/officeart/2005/8/layout/vList2"/>
    <dgm:cxn modelId="{D1E5AF93-5A62-427E-BE4E-5827A5E5E987}" type="presParOf" srcId="{A6F15F11-5122-4FEF-B6F9-D64573ECCBC2}" destId="{0F926367-4FF8-4B85-AAFD-79A3699A0B3B}" srcOrd="3" destOrd="0" presId="urn:microsoft.com/office/officeart/2005/8/layout/vList2"/>
    <dgm:cxn modelId="{50912F6C-D446-49B6-A94E-0B4215DC3C39}" type="presParOf" srcId="{A6F15F11-5122-4FEF-B6F9-D64573ECCBC2}" destId="{03F4A101-DAF3-4198-9637-F48D7E0344F8}" srcOrd="4" destOrd="0" presId="urn:microsoft.com/office/officeart/2005/8/layout/vList2"/>
    <dgm:cxn modelId="{5163EA46-12DB-4FCD-8A49-C87BAE5DE6BB}" type="presParOf" srcId="{A6F15F11-5122-4FEF-B6F9-D64573ECCBC2}" destId="{EA6646C3-23BE-416E-B962-3255425B186B}" srcOrd="5" destOrd="0" presId="urn:microsoft.com/office/officeart/2005/8/layout/vList2"/>
    <dgm:cxn modelId="{C26D5D33-B3F9-4971-98DD-F78267B3B16A}" type="presParOf" srcId="{A6F15F11-5122-4FEF-B6F9-D64573ECCBC2}" destId="{454A2BB8-E707-4509-9F81-B54E3DB986FF}" srcOrd="6" destOrd="0" presId="urn:microsoft.com/office/officeart/2005/8/layout/vList2"/>
    <dgm:cxn modelId="{2CBD935F-3F7F-4683-8929-871D7AB15805}" type="presParOf" srcId="{A6F15F11-5122-4FEF-B6F9-D64573ECCBC2}" destId="{EB1174F6-BE6B-43E5-9B8B-41BB8E14E871}" srcOrd="7" destOrd="0" presId="urn:microsoft.com/office/officeart/2005/8/layout/vList2"/>
    <dgm:cxn modelId="{0BDD7FE7-A94D-49F0-9922-784FEB460A41}" type="presParOf" srcId="{A6F15F11-5122-4FEF-B6F9-D64573ECCBC2}" destId="{49046531-D72B-4846-B2B6-2F9B84AFC58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29AD6B-08C8-4872-9796-6C5EE82F3B7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9FC3B91-7507-4025-A64E-A471EB58ADF8}">
      <dgm:prSet/>
      <dgm:spPr/>
      <dgm:t>
        <a:bodyPr/>
        <a:lstStyle/>
        <a:p>
          <a:r>
            <a:rPr lang="pt-BR"/>
            <a:t>Atendimento domiciliar</a:t>
          </a:r>
          <a:endParaRPr lang="en-US"/>
        </a:p>
      </dgm:t>
    </dgm:pt>
    <dgm:pt modelId="{EA7F1219-7FD4-4F3F-AE66-F8BC01C6E68F}" type="parTrans" cxnId="{922BE382-9493-4895-BFEF-9999F1558C22}">
      <dgm:prSet/>
      <dgm:spPr/>
      <dgm:t>
        <a:bodyPr/>
        <a:lstStyle/>
        <a:p>
          <a:endParaRPr lang="en-US"/>
        </a:p>
      </dgm:t>
    </dgm:pt>
    <dgm:pt modelId="{E89587F4-0FFD-403B-85E4-30820071E51D}" type="sibTrans" cxnId="{922BE382-9493-4895-BFEF-9999F1558C22}">
      <dgm:prSet/>
      <dgm:spPr/>
      <dgm:t>
        <a:bodyPr/>
        <a:lstStyle/>
        <a:p>
          <a:endParaRPr lang="en-US"/>
        </a:p>
      </dgm:t>
    </dgm:pt>
    <dgm:pt modelId="{E6C34CF1-95FD-43B4-8BE0-7DAC321B371A}">
      <dgm:prSet/>
      <dgm:spPr/>
      <dgm:t>
        <a:bodyPr/>
        <a:lstStyle/>
        <a:p>
          <a:r>
            <a:rPr lang="pt-BR"/>
            <a:t>Acompanhamento hospitalar</a:t>
          </a:r>
          <a:endParaRPr lang="en-US"/>
        </a:p>
      </dgm:t>
    </dgm:pt>
    <dgm:pt modelId="{27FCB069-8C86-4D24-86D0-1F2A35243CBE}" type="parTrans" cxnId="{B8A974F5-1B71-43C0-ADDE-E710C50E3C15}">
      <dgm:prSet/>
      <dgm:spPr/>
      <dgm:t>
        <a:bodyPr/>
        <a:lstStyle/>
        <a:p>
          <a:endParaRPr lang="en-US"/>
        </a:p>
      </dgm:t>
    </dgm:pt>
    <dgm:pt modelId="{654D5702-4C5C-4FF1-99DD-87DA9CD2801A}" type="sibTrans" cxnId="{B8A974F5-1B71-43C0-ADDE-E710C50E3C15}">
      <dgm:prSet/>
      <dgm:spPr/>
      <dgm:t>
        <a:bodyPr/>
        <a:lstStyle/>
        <a:p>
          <a:endParaRPr lang="en-US"/>
        </a:p>
      </dgm:t>
    </dgm:pt>
    <dgm:pt modelId="{097B9C07-5E1B-4968-8CC1-D24A4A7EFBD5}">
      <dgm:prSet/>
      <dgm:spPr/>
      <dgm:t>
        <a:bodyPr/>
        <a:lstStyle/>
        <a:p>
          <a:r>
            <a:rPr lang="pt-BR"/>
            <a:t>Cuidados noturnos</a:t>
          </a:r>
          <a:endParaRPr lang="en-US"/>
        </a:p>
      </dgm:t>
    </dgm:pt>
    <dgm:pt modelId="{7304442E-2954-42B3-8FEE-A30F16C9DEC0}" type="parTrans" cxnId="{E98427D8-17DD-4D9E-A604-DEC64C9AC33A}">
      <dgm:prSet/>
      <dgm:spPr/>
      <dgm:t>
        <a:bodyPr/>
        <a:lstStyle/>
        <a:p>
          <a:endParaRPr lang="en-US"/>
        </a:p>
      </dgm:t>
    </dgm:pt>
    <dgm:pt modelId="{EBD014D0-74A8-4171-88E1-95FFEB7825C9}" type="sibTrans" cxnId="{E98427D8-17DD-4D9E-A604-DEC64C9AC33A}">
      <dgm:prSet/>
      <dgm:spPr/>
      <dgm:t>
        <a:bodyPr/>
        <a:lstStyle/>
        <a:p>
          <a:endParaRPr lang="en-US"/>
        </a:p>
      </dgm:t>
    </dgm:pt>
    <dgm:pt modelId="{C530E1E0-30C8-41C2-AF29-14759B7286B7}">
      <dgm:prSet/>
      <dgm:spPr/>
      <dgm:t>
        <a:bodyPr/>
        <a:lstStyle/>
        <a:p>
          <a:r>
            <a:rPr lang="pt-BR"/>
            <a:t>Cuidados temporários</a:t>
          </a:r>
          <a:endParaRPr lang="en-US"/>
        </a:p>
      </dgm:t>
    </dgm:pt>
    <dgm:pt modelId="{9FA43886-CD9B-498A-A7D9-1D692563BA17}" type="parTrans" cxnId="{D29FFEC3-F12A-4F68-BDEC-D9327854FF89}">
      <dgm:prSet/>
      <dgm:spPr/>
      <dgm:t>
        <a:bodyPr/>
        <a:lstStyle/>
        <a:p>
          <a:endParaRPr lang="en-US"/>
        </a:p>
      </dgm:t>
    </dgm:pt>
    <dgm:pt modelId="{BF76272F-1900-483C-96EB-DF829A3A0C71}" type="sibTrans" cxnId="{D29FFEC3-F12A-4F68-BDEC-D9327854FF89}">
      <dgm:prSet/>
      <dgm:spPr/>
      <dgm:t>
        <a:bodyPr/>
        <a:lstStyle/>
        <a:p>
          <a:endParaRPr lang="en-US"/>
        </a:p>
      </dgm:t>
    </dgm:pt>
    <dgm:pt modelId="{178D5C56-F809-4354-8B1C-FFC1AE8A9BAE}">
      <dgm:prSet/>
      <dgm:spPr/>
      <dgm:t>
        <a:bodyPr/>
        <a:lstStyle/>
        <a:p>
          <a:r>
            <a:rPr lang="pt-BR"/>
            <a:t>Apoio às famílias</a:t>
          </a:r>
          <a:endParaRPr lang="en-US"/>
        </a:p>
      </dgm:t>
    </dgm:pt>
    <dgm:pt modelId="{C009575D-FB74-4A93-BEA7-62EC82561AC6}" type="parTrans" cxnId="{F9391FF3-6351-4A9F-8F3C-111EF6D3D51A}">
      <dgm:prSet/>
      <dgm:spPr/>
      <dgm:t>
        <a:bodyPr/>
        <a:lstStyle/>
        <a:p>
          <a:endParaRPr lang="en-US"/>
        </a:p>
      </dgm:t>
    </dgm:pt>
    <dgm:pt modelId="{DCFC16D5-A48C-4F1E-ABE8-3C9F3811ED1B}" type="sibTrans" cxnId="{F9391FF3-6351-4A9F-8F3C-111EF6D3D51A}">
      <dgm:prSet/>
      <dgm:spPr/>
      <dgm:t>
        <a:bodyPr/>
        <a:lstStyle/>
        <a:p>
          <a:endParaRPr lang="en-US"/>
        </a:p>
      </dgm:t>
    </dgm:pt>
    <dgm:pt modelId="{FAD54ABC-E9EF-444B-AAD0-ABC6B40A4E8D}">
      <dgm:prSet/>
      <dgm:spPr/>
      <dgm:t>
        <a:bodyPr/>
        <a:lstStyle/>
        <a:p>
          <a:r>
            <a:rPr lang="pt-BR"/>
            <a:t>Serviços de companhia</a:t>
          </a:r>
          <a:endParaRPr lang="en-US"/>
        </a:p>
      </dgm:t>
    </dgm:pt>
    <dgm:pt modelId="{25B600A2-F138-4173-9DE1-B138971F7DC3}" type="parTrans" cxnId="{75F8F2FE-B1C5-48D1-9A17-D7A4636A9F38}">
      <dgm:prSet/>
      <dgm:spPr/>
      <dgm:t>
        <a:bodyPr/>
        <a:lstStyle/>
        <a:p>
          <a:endParaRPr lang="en-US"/>
        </a:p>
      </dgm:t>
    </dgm:pt>
    <dgm:pt modelId="{43A8C8E1-7323-485C-BC22-3D437844A3F1}" type="sibTrans" cxnId="{75F8F2FE-B1C5-48D1-9A17-D7A4636A9F38}">
      <dgm:prSet/>
      <dgm:spPr/>
      <dgm:t>
        <a:bodyPr/>
        <a:lstStyle/>
        <a:p>
          <a:endParaRPr lang="en-US"/>
        </a:p>
      </dgm:t>
    </dgm:pt>
    <dgm:pt modelId="{3D0E9CDD-9A88-43EB-A412-71EB0655FA69}">
      <dgm:prSet/>
      <dgm:spPr/>
      <dgm:t>
        <a:bodyPr/>
        <a:lstStyle/>
        <a:p>
          <a:r>
            <a:rPr lang="pt-BR"/>
            <a:t>Organização de rotina e medicação</a:t>
          </a:r>
          <a:endParaRPr lang="en-US"/>
        </a:p>
      </dgm:t>
    </dgm:pt>
    <dgm:pt modelId="{5467898F-FBA5-490C-A187-969F4AC19EEA}" type="parTrans" cxnId="{221CFF1E-D25D-4373-8E1E-5336DD379644}">
      <dgm:prSet/>
      <dgm:spPr/>
      <dgm:t>
        <a:bodyPr/>
        <a:lstStyle/>
        <a:p>
          <a:endParaRPr lang="en-US"/>
        </a:p>
      </dgm:t>
    </dgm:pt>
    <dgm:pt modelId="{29864A89-557F-4DFD-8058-C48557737061}" type="sibTrans" cxnId="{221CFF1E-D25D-4373-8E1E-5336DD379644}">
      <dgm:prSet/>
      <dgm:spPr/>
      <dgm:t>
        <a:bodyPr/>
        <a:lstStyle/>
        <a:p>
          <a:endParaRPr lang="en-US"/>
        </a:p>
      </dgm:t>
    </dgm:pt>
    <dgm:pt modelId="{C4BC29AA-BD58-4972-A8B0-961ED82875D4}">
      <dgm:prSet/>
      <dgm:spPr/>
      <dgm:t>
        <a:bodyPr/>
        <a:lstStyle/>
        <a:p>
          <a:r>
            <a:rPr lang="pt-BR"/>
            <a:t>Equipes de cuidadores.</a:t>
          </a:r>
          <a:endParaRPr lang="en-US"/>
        </a:p>
      </dgm:t>
    </dgm:pt>
    <dgm:pt modelId="{A7E5549A-6AA5-4422-9263-E0EDE25288DE}" type="parTrans" cxnId="{1C15D2F2-D11B-4B0A-861D-D76EE00EC4DF}">
      <dgm:prSet/>
      <dgm:spPr/>
      <dgm:t>
        <a:bodyPr/>
        <a:lstStyle/>
        <a:p>
          <a:endParaRPr lang="en-US"/>
        </a:p>
      </dgm:t>
    </dgm:pt>
    <dgm:pt modelId="{4DD72950-FE97-460A-A5E3-F5841101DCA4}" type="sibTrans" cxnId="{1C15D2F2-D11B-4B0A-861D-D76EE00EC4DF}">
      <dgm:prSet/>
      <dgm:spPr/>
      <dgm:t>
        <a:bodyPr/>
        <a:lstStyle/>
        <a:p>
          <a:endParaRPr lang="en-US"/>
        </a:p>
      </dgm:t>
    </dgm:pt>
    <dgm:pt modelId="{65608E0C-CEF9-4957-8471-AD445F4C8D60}" type="pres">
      <dgm:prSet presAssocID="{DD29AD6B-08C8-4872-9796-6C5EE82F3B7C}" presName="diagram" presStyleCnt="0">
        <dgm:presLayoutVars>
          <dgm:dir/>
          <dgm:resizeHandles val="exact"/>
        </dgm:presLayoutVars>
      </dgm:prSet>
      <dgm:spPr/>
    </dgm:pt>
    <dgm:pt modelId="{56E0DCA8-35EC-4CD7-AF55-B1E48727C7A0}" type="pres">
      <dgm:prSet presAssocID="{49FC3B91-7507-4025-A64E-A471EB58ADF8}" presName="node" presStyleLbl="node1" presStyleIdx="0" presStyleCnt="8">
        <dgm:presLayoutVars>
          <dgm:bulletEnabled val="1"/>
        </dgm:presLayoutVars>
      </dgm:prSet>
      <dgm:spPr/>
    </dgm:pt>
    <dgm:pt modelId="{65AE028A-283C-4E4A-BD4A-DC27C1D0A823}" type="pres">
      <dgm:prSet presAssocID="{E89587F4-0FFD-403B-85E4-30820071E51D}" presName="sibTrans" presStyleCnt="0"/>
      <dgm:spPr/>
    </dgm:pt>
    <dgm:pt modelId="{DC5794FE-1D6F-422A-AC86-EA9B1B0D3F52}" type="pres">
      <dgm:prSet presAssocID="{E6C34CF1-95FD-43B4-8BE0-7DAC321B371A}" presName="node" presStyleLbl="node1" presStyleIdx="1" presStyleCnt="8">
        <dgm:presLayoutVars>
          <dgm:bulletEnabled val="1"/>
        </dgm:presLayoutVars>
      </dgm:prSet>
      <dgm:spPr/>
    </dgm:pt>
    <dgm:pt modelId="{51943DD1-6520-4E7C-AF7A-AC1F8E1943CA}" type="pres">
      <dgm:prSet presAssocID="{654D5702-4C5C-4FF1-99DD-87DA9CD2801A}" presName="sibTrans" presStyleCnt="0"/>
      <dgm:spPr/>
    </dgm:pt>
    <dgm:pt modelId="{A8B2E928-44F3-4F85-87CD-1986A4A81765}" type="pres">
      <dgm:prSet presAssocID="{097B9C07-5E1B-4968-8CC1-D24A4A7EFBD5}" presName="node" presStyleLbl="node1" presStyleIdx="2" presStyleCnt="8">
        <dgm:presLayoutVars>
          <dgm:bulletEnabled val="1"/>
        </dgm:presLayoutVars>
      </dgm:prSet>
      <dgm:spPr/>
    </dgm:pt>
    <dgm:pt modelId="{8AD49A18-4A41-48E9-925D-31962987DF9A}" type="pres">
      <dgm:prSet presAssocID="{EBD014D0-74A8-4171-88E1-95FFEB7825C9}" presName="sibTrans" presStyleCnt="0"/>
      <dgm:spPr/>
    </dgm:pt>
    <dgm:pt modelId="{454FA87D-E915-435B-8FAA-182897766BDE}" type="pres">
      <dgm:prSet presAssocID="{C530E1E0-30C8-41C2-AF29-14759B7286B7}" presName="node" presStyleLbl="node1" presStyleIdx="3" presStyleCnt="8">
        <dgm:presLayoutVars>
          <dgm:bulletEnabled val="1"/>
        </dgm:presLayoutVars>
      </dgm:prSet>
      <dgm:spPr/>
    </dgm:pt>
    <dgm:pt modelId="{C87283F4-FB7B-4F45-B7BE-96D9F4AD06AF}" type="pres">
      <dgm:prSet presAssocID="{BF76272F-1900-483C-96EB-DF829A3A0C71}" presName="sibTrans" presStyleCnt="0"/>
      <dgm:spPr/>
    </dgm:pt>
    <dgm:pt modelId="{1F13E98F-6A6D-460C-9322-D8BA2BB98B93}" type="pres">
      <dgm:prSet presAssocID="{178D5C56-F809-4354-8B1C-FFC1AE8A9BAE}" presName="node" presStyleLbl="node1" presStyleIdx="4" presStyleCnt="8">
        <dgm:presLayoutVars>
          <dgm:bulletEnabled val="1"/>
        </dgm:presLayoutVars>
      </dgm:prSet>
      <dgm:spPr/>
    </dgm:pt>
    <dgm:pt modelId="{644CE46F-47F7-424D-BAE6-0E1E209F36A4}" type="pres">
      <dgm:prSet presAssocID="{DCFC16D5-A48C-4F1E-ABE8-3C9F3811ED1B}" presName="sibTrans" presStyleCnt="0"/>
      <dgm:spPr/>
    </dgm:pt>
    <dgm:pt modelId="{25C04954-7394-427E-9121-2E9AFB870879}" type="pres">
      <dgm:prSet presAssocID="{FAD54ABC-E9EF-444B-AAD0-ABC6B40A4E8D}" presName="node" presStyleLbl="node1" presStyleIdx="5" presStyleCnt="8">
        <dgm:presLayoutVars>
          <dgm:bulletEnabled val="1"/>
        </dgm:presLayoutVars>
      </dgm:prSet>
      <dgm:spPr/>
    </dgm:pt>
    <dgm:pt modelId="{A5A38AAB-DC6E-448C-BE20-7E0C5814317B}" type="pres">
      <dgm:prSet presAssocID="{43A8C8E1-7323-485C-BC22-3D437844A3F1}" presName="sibTrans" presStyleCnt="0"/>
      <dgm:spPr/>
    </dgm:pt>
    <dgm:pt modelId="{5C85CCBD-8B22-47F2-A218-8F4AF2FD4D11}" type="pres">
      <dgm:prSet presAssocID="{3D0E9CDD-9A88-43EB-A412-71EB0655FA69}" presName="node" presStyleLbl="node1" presStyleIdx="6" presStyleCnt="8">
        <dgm:presLayoutVars>
          <dgm:bulletEnabled val="1"/>
        </dgm:presLayoutVars>
      </dgm:prSet>
      <dgm:spPr/>
    </dgm:pt>
    <dgm:pt modelId="{2E13E215-D10E-499E-ACEB-EE9803B0C289}" type="pres">
      <dgm:prSet presAssocID="{29864A89-557F-4DFD-8058-C48557737061}" presName="sibTrans" presStyleCnt="0"/>
      <dgm:spPr/>
    </dgm:pt>
    <dgm:pt modelId="{5C6AC70B-8DA4-42B7-8D6F-C1D38BE3A2B9}" type="pres">
      <dgm:prSet presAssocID="{C4BC29AA-BD58-4972-A8B0-961ED82875D4}" presName="node" presStyleLbl="node1" presStyleIdx="7" presStyleCnt="8">
        <dgm:presLayoutVars>
          <dgm:bulletEnabled val="1"/>
        </dgm:presLayoutVars>
      </dgm:prSet>
      <dgm:spPr/>
    </dgm:pt>
  </dgm:ptLst>
  <dgm:cxnLst>
    <dgm:cxn modelId="{0D8C7916-3904-4ACF-AB34-B6EFCCC2D9B6}" type="presOf" srcId="{FAD54ABC-E9EF-444B-AAD0-ABC6B40A4E8D}" destId="{25C04954-7394-427E-9121-2E9AFB870879}" srcOrd="0" destOrd="0" presId="urn:microsoft.com/office/officeart/2005/8/layout/default"/>
    <dgm:cxn modelId="{221CFF1E-D25D-4373-8E1E-5336DD379644}" srcId="{DD29AD6B-08C8-4872-9796-6C5EE82F3B7C}" destId="{3D0E9CDD-9A88-43EB-A412-71EB0655FA69}" srcOrd="6" destOrd="0" parTransId="{5467898F-FBA5-490C-A187-969F4AC19EEA}" sibTransId="{29864A89-557F-4DFD-8058-C48557737061}"/>
    <dgm:cxn modelId="{4FA66021-FFC8-4A08-A417-30147CC40085}" type="presOf" srcId="{49FC3B91-7507-4025-A64E-A471EB58ADF8}" destId="{56E0DCA8-35EC-4CD7-AF55-B1E48727C7A0}" srcOrd="0" destOrd="0" presId="urn:microsoft.com/office/officeart/2005/8/layout/default"/>
    <dgm:cxn modelId="{B4E3C426-D63A-4467-B077-0689F8F2063F}" type="presOf" srcId="{3D0E9CDD-9A88-43EB-A412-71EB0655FA69}" destId="{5C85CCBD-8B22-47F2-A218-8F4AF2FD4D11}" srcOrd="0" destOrd="0" presId="urn:microsoft.com/office/officeart/2005/8/layout/default"/>
    <dgm:cxn modelId="{32D54856-EAD9-4635-9744-F8F1C1ADA022}" type="presOf" srcId="{178D5C56-F809-4354-8B1C-FFC1AE8A9BAE}" destId="{1F13E98F-6A6D-460C-9322-D8BA2BB98B93}" srcOrd="0" destOrd="0" presId="urn:microsoft.com/office/officeart/2005/8/layout/default"/>
    <dgm:cxn modelId="{922BE382-9493-4895-BFEF-9999F1558C22}" srcId="{DD29AD6B-08C8-4872-9796-6C5EE82F3B7C}" destId="{49FC3B91-7507-4025-A64E-A471EB58ADF8}" srcOrd="0" destOrd="0" parTransId="{EA7F1219-7FD4-4F3F-AE66-F8BC01C6E68F}" sibTransId="{E89587F4-0FFD-403B-85E4-30820071E51D}"/>
    <dgm:cxn modelId="{191A92BF-503A-4D59-A28D-B953C67C4280}" type="presOf" srcId="{DD29AD6B-08C8-4872-9796-6C5EE82F3B7C}" destId="{65608E0C-CEF9-4957-8471-AD445F4C8D60}" srcOrd="0" destOrd="0" presId="urn:microsoft.com/office/officeart/2005/8/layout/default"/>
    <dgm:cxn modelId="{D29FFEC3-F12A-4F68-BDEC-D9327854FF89}" srcId="{DD29AD6B-08C8-4872-9796-6C5EE82F3B7C}" destId="{C530E1E0-30C8-41C2-AF29-14759B7286B7}" srcOrd="3" destOrd="0" parTransId="{9FA43886-CD9B-498A-A7D9-1D692563BA17}" sibTransId="{BF76272F-1900-483C-96EB-DF829A3A0C71}"/>
    <dgm:cxn modelId="{EB72CDC5-731F-463B-A835-2C177EAF57B6}" type="presOf" srcId="{097B9C07-5E1B-4968-8CC1-D24A4A7EFBD5}" destId="{A8B2E928-44F3-4F85-87CD-1986A4A81765}" srcOrd="0" destOrd="0" presId="urn:microsoft.com/office/officeart/2005/8/layout/default"/>
    <dgm:cxn modelId="{772926D2-540A-4016-915B-8EA584712D4A}" type="presOf" srcId="{E6C34CF1-95FD-43B4-8BE0-7DAC321B371A}" destId="{DC5794FE-1D6F-422A-AC86-EA9B1B0D3F52}" srcOrd="0" destOrd="0" presId="urn:microsoft.com/office/officeart/2005/8/layout/default"/>
    <dgm:cxn modelId="{E98427D8-17DD-4D9E-A604-DEC64C9AC33A}" srcId="{DD29AD6B-08C8-4872-9796-6C5EE82F3B7C}" destId="{097B9C07-5E1B-4968-8CC1-D24A4A7EFBD5}" srcOrd="2" destOrd="0" parTransId="{7304442E-2954-42B3-8FEE-A30F16C9DEC0}" sibTransId="{EBD014D0-74A8-4171-88E1-95FFEB7825C9}"/>
    <dgm:cxn modelId="{88AA9EEB-8341-452A-B08A-378CF6993982}" type="presOf" srcId="{C530E1E0-30C8-41C2-AF29-14759B7286B7}" destId="{454FA87D-E915-435B-8FAA-182897766BDE}" srcOrd="0" destOrd="0" presId="urn:microsoft.com/office/officeart/2005/8/layout/default"/>
    <dgm:cxn modelId="{CA37D9ED-AF71-483F-BDDF-3BAC7B19432F}" type="presOf" srcId="{C4BC29AA-BD58-4972-A8B0-961ED82875D4}" destId="{5C6AC70B-8DA4-42B7-8D6F-C1D38BE3A2B9}" srcOrd="0" destOrd="0" presId="urn:microsoft.com/office/officeart/2005/8/layout/default"/>
    <dgm:cxn modelId="{1C15D2F2-D11B-4B0A-861D-D76EE00EC4DF}" srcId="{DD29AD6B-08C8-4872-9796-6C5EE82F3B7C}" destId="{C4BC29AA-BD58-4972-A8B0-961ED82875D4}" srcOrd="7" destOrd="0" parTransId="{A7E5549A-6AA5-4422-9263-E0EDE25288DE}" sibTransId="{4DD72950-FE97-460A-A5E3-F5841101DCA4}"/>
    <dgm:cxn modelId="{F9391FF3-6351-4A9F-8F3C-111EF6D3D51A}" srcId="{DD29AD6B-08C8-4872-9796-6C5EE82F3B7C}" destId="{178D5C56-F809-4354-8B1C-FFC1AE8A9BAE}" srcOrd="4" destOrd="0" parTransId="{C009575D-FB74-4A93-BEA7-62EC82561AC6}" sibTransId="{DCFC16D5-A48C-4F1E-ABE8-3C9F3811ED1B}"/>
    <dgm:cxn modelId="{B8A974F5-1B71-43C0-ADDE-E710C50E3C15}" srcId="{DD29AD6B-08C8-4872-9796-6C5EE82F3B7C}" destId="{E6C34CF1-95FD-43B4-8BE0-7DAC321B371A}" srcOrd="1" destOrd="0" parTransId="{27FCB069-8C86-4D24-86D0-1F2A35243CBE}" sibTransId="{654D5702-4C5C-4FF1-99DD-87DA9CD2801A}"/>
    <dgm:cxn modelId="{75F8F2FE-B1C5-48D1-9A17-D7A4636A9F38}" srcId="{DD29AD6B-08C8-4872-9796-6C5EE82F3B7C}" destId="{FAD54ABC-E9EF-444B-AAD0-ABC6B40A4E8D}" srcOrd="5" destOrd="0" parTransId="{25B600A2-F138-4173-9DE1-B138971F7DC3}" sibTransId="{43A8C8E1-7323-485C-BC22-3D437844A3F1}"/>
    <dgm:cxn modelId="{E81001FF-E777-4004-8468-1B1C2F805502}" type="presParOf" srcId="{65608E0C-CEF9-4957-8471-AD445F4C8D60}" destId="{56E0DCA8-35EC-4CD7-AF55-B1E48727C7A0}" srcOrd="0" destOrd="0" presId="urn:microsoft.com/office/officeart/2005/8/layout/default"/>
    <dgm:cxn modelId="{C1CD5B1F-17DE-4738-9F8D-714FEE943AE1}" type="presParOf" srcId="{65608E0C-CEF9-4957-8471-AD445F4C8D60}" destId="{65AE028A-283C-4E4A-BD4A-DC27C1D0A823}" srcOrd="1" destOrd="0" presId="urn:microsoft.com/office/officeart/2005/8/layout/default"/>
    <dgm:cxn modelId="{085869AD-85E5-41F7-8F1F-8E0E3F15BBD5}" type="presParOf" srcId="{65608E0C-CEF9-4957-8471-AD445F4C8D60}" destId="{DC5794FE-1D6F-422A-AC86-EA9B1B0D3F52}" srcOrd="2" destOrd="0" presId="urn:microsoft.com/office/officeart/2005/8/layout/default"/>
    <dgm:cxn modelId="{A277BBE6-9CF5-44F2-91AA-4ED6E43D417C}" type="presParOf" srcId="{65608E0C-CEF9-4957-8471-AD445F4C8D60}" destId="{51943DD1-6520-4E7C-AF7A-AC1F8E1943CA}" srcOrd="3" destOrd="0" presId="urn:microsoft.com/office/officeart/2005/8/layout/default"/>
    <dgm:cxn modelId="{436916FD-5288-42B3-995D-4E58BF10C9E8}" type="presParOf" srcId="{65608E0C-CEF9-4957-8471-AD445F4C8D60}" destId="{A8B2E928-44F3-4F85-87CD-1986A4A81765}" srcOrd="4" destOrd="0" presId="urn:microsoft.com/office/officeart/2005/8/layout/default"/>
    <dgm:cxn modelId="{95CFABEB-B1CC-46C3-83D8-DD1E7E56EDA7}" type="presParOf" srcId="{65608E0C-CEF9-4957-8471-AD445F4C8D60}" destId="{8AD49A18-4A41-48E9-925D-31962987DF9A}" srcOrd="5" destOrd="0" presId="urn:microsoft.com/office/officeart/2005/8/layout/default"/>
    <dgm:cxn modelId="{FBF81D8F-11BE-4425-BFD7-FE6F083EC07D}" type="presParOf" srcId="{65608E0C-CEF9-4957-8471-AD445F4C8D60}" destId="{454FA87D-E915-435B-8FAA-182897766BDE}" srcOrd="6" destOrd="0" presId="urn:microsoft.com/office/officeart/2005/8/layout/default"/>
    <dgm:cxn modelId="{FC5CBBD0-212C-457E-91CD-FEBE7ED00F17}" type="presParOf" srcId="{65608E0C-CEF9-4957-8471-AD445F4C8D60}" destId="{C87283F4-FB7B-4F45-B7BE-96D9F4AD06AF}" srcOrd="7" destOrd="0" presId="urn:microsoft.com/office/officeart/2005/8/layout/default"/>
    <dgm:cxn modelId="{8AF0BBA9-F4D8-4D5D-9668-B9E3A28FA577}" type="presParOf" srcId="{65608E0C-CEF9-4957-8471-AD445F4C8D60}" destId="{1F13E98F-6A6D-460C-9322-D8BA2BB98B93}" srcOrd="8" destOrd="0" presId="urn:microsoft.com/office/officeart/2005/8/layout/default"/>
    <dgm:cxn modelId="{F2AA3CB2-829D-4A88-989B-0D22EEDEF696}" type="presParOf" srcId="{65608E0C-CEF9-4957-8471-AD445F4C8D60}" destId="{644CE46F-47F7-424D-BAE6-0E1E209F36A4}" srcOrd="9" destOrd="0" presId="urn:microsoft.com/office/officeart/2005/8/layout/default"/>
    <dgm:cxn modelId="{3C176695-71D5-411A-87DC-475CDF4FD6F6}" type="presParOf" srcId="{65608E0C-CEF9-4957-8471-AD445F4C8D60}" destId="{25C04954-7394-427E-9121-2E9AFB870879}" srcOrd="10" destOrd="0" presId="urn:microsoft.com/office/officeart/2005/8/layout/default"/>
    <dgm:cxn modelId="{A8569B47-E1FC-46E5-A448-F06A0A56989E}" type="presParOf" srcId="{65608E0C-CEF9-4957-8471-AD445F4C8D60}" destId="{A5A38AAB-DC6E-448C-BE20-7E0C5814317B}" srcOrd="11" destOrd="0" presId="urn:microsoft.com/office/officeart/2005/8/layout/default"/>
    <dgm:cxn modelId="{2082D342-38FD-4A17-999A-DAD78B60836C}" type="presParOf" srcId="{65608E0C-CEF9-4957-8471-AD445F4C8D60}" destId="{5C85CCBD-8B22-47F2-A218-8F4AF2FD4D11}" srcOrd="12" destOrd="0" presId="urn:microsoft.com/office/officeart/2005/8/layout/default"/>
    <dgm:cxn modelId="{41D0B92E-BB45-4B92-B965-636AB8B7E445}" type="presParOf" srcId="{65608E0C-CEF9-4957-8471-AD445F4C8D60}" destId="{2E13E215-D10E-499E-ACEB-EE9803B0C289}" srcOrd="13" destOrd="0" presId="urn:microsoft.com/office/officeart/2005/8/layout/default"/>
    <dgm:cxn modelId="{03075BDA-49DD-4F38-A0E5-D38A1109B158}" type="presParOf" srcId="{65608E0C-CEF9-4957-8471-AD445F4C8D60}" destId="{5C6AC70B-8DA4-42B7-8D6F-C1D38BE3A2B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7D542C-C1E2-483B-9C67-BB9ED483C4C4}" type="doc">
      <dgm:prSet loTypeId="urn:microsoft.com/office/officeart/2005/8/layout/cycle8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E592FA-690E-4105-BEEC-4057A46335DE}">
      <dgm:prSet/>
      <dgm:spPr/>
      <dgm:t>
        <a:bodyPr/>
        <a:lstStyle/>
        <a:p>
          <a:r>
            <a:rPr lang="pt-BR"/>
            <a:t>Falta de informação</a:t>
          </a:r>
          <a:endParaRPr lang="en-US"/>
        </a:p>
      </dgm:t>
    </dgm:pt>
    <dgm:pt modelId="{826AC8BE-6EC2-4425-9ADE-D539A6FD803F}" type="parTrans" cxnId="{81E92423-F4C7-4796-8B22-6CE69AA1AC43}">
      <dgm:prSet/>
      <dgm:spPr/>
      <dgm:t>
        <a:bodyPr/>
        <a:lstStyle/>
        <a:p>
          <a:endParaRPr lang="en-US"/>
        </a:p>
      </dgm:t>
    </dgm:pt>
    <dgm:pt modelId="{5A4122D9-8DC4-48A3-BC38-756F79BAA126}" type="sibTrans" cxnId="{81E92423-F4C7-4796-8B22-6CE69AA1AC43}">
      <dgm:prSet/>
      <dgm:spPr/>
      <dgm:t>
        <a:bodyPr/>
        <a:lstStyle/>
        <a:p>
          <a:endParaRPr lang="en-US"/>
        </a:p>
      </dgm:t>
    </dgm:pt>
    <dgm:pt modelId="{79C32B94-AF08-462E-9BA4-C0CFB8E7A7A3}">
      <dgm:prSet/>
      <dgm:spPr/>
      <dgm:t>
        <a:bodyPr/>
        <a:lstStyle/>
        <a:p>
          <a:r>
            <a:rPr lang="pt-BR"/>
            <a:t>Baixo acesso ao crédito</a:t>
          </a:r>
          <a:endParaRPr lang="en-US"/>
        </a:p>
      </dgm:t>
    </dgm:pt>
    <dgm:pt modelId="{735A4935-E0DC-4BFD-954D-934F36F656E8}" type="parTrans" cxnId="{E9803E78-261C-4989-929A-54C7994F96ED}">
      <dgm:prSet/>
      <dgm:spPr/>
      <dgm:t>
        <a:bodyPr/>
        <a:lstStyle/>
        <a:p>
          <a:endParaRPr lang="en-US"/>
        </a:p>
      </dgm:t>
    </dgm:pt>
    <dgm:pt modelId="{115C6390-318C-4892-BAC1-D96E7A8B3535}" type="sibTrans" cxnId="{E9803E78-261C-4989-929A-54C7994F96ED}">
      <dgm:prSet/>
      <dgm:spPr/>
      <dgm:t>
        <a:bodyPr/>
        <a:lstStyle/>
        <a:p>
          <a:endParaRPr lang="en-US"/>
        </a:p>
      </dgm:t>
    </dgm:pt>
    <dgm:pt modelId="{E6485DA3-0560-4282-BFDD-0F6E8C0D59F5}">
      <dgm:prSet/>
      <dgm:spPr/>
      <dgm:t>
        <a:bodyPr/>
        <a:lstStyle/>
        <a:p>
          <a:r>
            <a:rPr lang="pt-BR"/>
            <a:t>Informalidade</a:t>
          </a:r>
          <a:endParaRPr lang="en-US"/>
        </a:p>
      </dgm:t>
    </dgm:pt>
    <dgm:pt modelId="{EBA1BD6A-3D3D-4CC7-88AA-92AC7338B098}" type="parTrans" cxnId="{E6867E6E-56A3-4DC6-8D65-EA485D20F79C}">
      <dgm:prSet/>
      <dgm:spPr/>
      <dgm:t>
        <a:bodyPr/>
        <a:lstStyle/>
        <a:p>
          <a:endParaRPr lang="en-US"/>
        </a:p>
      </dgm:t>
    </dgm:pt>
    <dgm:pt modelId="{41F35767-692B-4411-BF3B-45985179DF69}" type="sibTrans" cxnId="{E6867E6E-56A3-4DC6-8D65-EA485D20F79C}">
      <dgm:prSet/>
      <dgm:spPr/>
      <dgm:t>
        <a:bodyPr/>
        <a:lstStyle/>
        <a:p>
          <a:endParaRPr lang="en-US"/>
        </a:p>
      </dgm:t>
    </dgm:pt>
    <dgm:pt modelId="{8ABFEB59-649D-403F-B94C-6E375C6F821E}">
      <dgm:prSet/>
      <dgm:spPr/>
      <dgm:t>
        <a:bodyPr/>
        <a:lstStyle/>
        <a:p>
          <a:r>
            <a:rPr lang="pt-BR"/>
            <a:t>Dificuldade de divulgação</a:t>
          </a:r>
          <a:endParaRPr lang="en-US"/>
        </a:p>
      </dgm:t>
    </dgm:pt>
    <dgm:pt modelId="{B24AB19B-1ED3-416D-994C-E0907CFBCA44}" type="parTrans" cxnId="{24838083-3325-4C3F-9838-1920C8F8B3E9}">
      <dgm:prSet/>
      <dgm:spPr/>
      <dgm:t>
        <a:bodyPr/>
        <a:lstStyle/>
        <a:p>
          <a:endParaRPr lang="en-US"/>
        </a:p>
      </dgm:t>
    </dgm:pt>
    <dgm:pt modelId="{EE96FBD9-BA3C-4F1C-B460-0BDFA4EA37C3}" type="sibTrans" cxnId="{24838083-3325-4C3F-9838-1920C8F8B3E9}">
      <dgm:prSet/>
      <dgm:spPr/>
      <dgm:t>
        <a:bodyPr/>
        <a:lstStyle/>
        <a:p>
          <a:endParaRPr lang="en-US"/>
        </a:p>
      </dgm:t>
    </dgm:pt>
    <dgm:pt modelId="{FEDF5505-9CF6-4E42-BB4C-8FC4BC35D8F2}">
      <dgm:prSet/>
      <dgm:spPr/>
      <dgm:t>
        <a:bodyPr/>
        <a:lstStyle/>
        <a:p>
          <a:r>
            <a:rPr lang="pt-BR"/>
            <a:t>Ausência de planejamento financeiro</a:t>
          </a:r>
          <a:endParaRPr lang="en-US"/>
        </a:p>
      </dgm:t>
    </dgm:pt>
    <dgm:pt modelId="{7BC3AC8E-C2FD-4A50-84AA-A80952210FD8}" type="parTrans" cxnId="{1C90D1F8-4B0F-481B-8447-F61046962EF2}">
      <dgm:prSet/>
      <dgm:spPr/>
      <dgm:t>
        <a:bodyPr/>
        <a:lstStyle/>
        <a:p>
          <a:endParaRPr lang="en-US"/>
        </a:p>
      </dgm:t>
    </dgm:pt>
    <dgm:pt modelId="{2797F87A-456F-435B-A269-A9E022FD6954}" type="sibTrans" cxnId="{1C90D1F8-4B0F-481B-8447-F61046962EF2}">
      <dgm:prSet/>
      <dgm:spPr/>
      <dgm:t>
        <a:bodyPr/>
        <a:lstStyle/>
        <a:p>
          <a:endParaRPr lang="en-US"/>
        </a:p>
      </dgm:t>
    </dgm:pt>
    <dgm:pt modelId="{D4FC3FED-E064-4E79-BB21-953135320856}">
      <dgm:prSet/>
      <dgm:spPr/>
      <dgm:t>
        <a:bodyPr/>
        <a:lstStyle/>
        <a:p>
          <a:r>
            <a:rPr lang="pt-BR"/>
            <a:t>Falta de capacitação em gestão.</a:t>
          </a:r>
          <a:endParaRPr lang="en-US"/>
        </a:p>
      </dgm:t>
    </dgm:pt>
    <dgm:pt modelId="{01E57CD1-7D9E-4FC1-B902-B3E74479E9F4}" type="parTrans" cxnId="{C31EE18B-B875-41F2-9A96-78E3B1CD62BA}">
      <dgm:prSet/>
      <dgm:spPr/>
      <dgm:t>
        <a:bodyPr/>
        <a:lstStyle/>
        <a:p>
          <a:endParaRPr lang="en-US"/>
        </a:p>
      </dgm:t>
    </dgm:pt>
    <dgm:pt modelId="{10E6DF07-BB8E-4B15-860B-35F4AB4E280C}" type="sibTrans" cxnId="{C31EE18B-B875-41F2-9A96-78E3B1CD62BA}">
      <dgm:prSet/>
      <dgm:spPr/>
      <dgm:t>
        <a:bodyPr/>
        <a:lstStyle/>
        <a:p>
          <a:endParaRPr lang="en-US"/>
        </a:p>
      </dgm:t>
    </dgm:pt>
    <dgm:pt modelId="{92BCF77A-1930-4E59-A4F1-FF58D99CC914}" type="pres">
      <dgm:prSet presAssocID="{7F7D542C-C1E2-483B-9C67-BB9ED483C4C4}" presName="compositeShape" presStyleCnt="0">
        <dgm:presLayoutVars>
          <dgm:chMax val="7"/>
          <dgm:dir/>
          <dgm:resizeHandles val="exact"/>
        </dgm:presLayoutVars>
      </dgm:prSet>
      <dgm:spPr/>
    </dgm:pt>
    <dgm:pt modelId="{F0355AE7-B617-4EFF-847C-5C618BE19D55}" type="pres">
      <dgm:prSet presAssocID="{7F7D542C-C1E2-483B-9C67-BB9ED483C4C4}" presName="wedge1" presStyleLbl="node1" presStyleIdx="0" presStyleCnt="6"/>
      <dgm:spPr/>
    </dgm:pt>
    <dgm:pt modelId="{D3945959-9F94-4E3F-AC96-00B8FAE38E6B}" type="pres">
      <dgm:prSet presAssocID="{7F7D542C-C1E2-483B-9C67-BB9ED483C4C4}" presName="dummy1a" presStyleCnt="0"/>
      <dgm:spPr/>
    </dgm:pt>
    <dgm:pt modelId="{8B1A724D-E1A3-4F29-9DE7-DDB58DAEB547}" type="pres">
      <dgm:prSet presAssocID="{7F7D542C-C1E2-483B-9C67-BB9ED483C4C4}" presName="dummy1b" presStyleCnt="0"/>
      <dgm:spPr/>
    </dgm:pt>
    <dgm:pt modelId="{99005725-212A-40A8-B7BC-9DE40A2CF499}" type="pres">
      <dgm:prSet presAssocID="{7F7D542C-C1E2-483B-9C67-BB9ED483C4C4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1222FBE2-A499-40B0-B0B4-8B25B36D7045}" type="pres">
      <dgm:prSet presAssocID="{7F7D542C-C1E2-483B-9C67-BB9ED483C4C4}" presName="wedge2" presStyleLbl="node1" presStyleIdx="1" presStyleCnt="6"/>
      <dgm:spPr/>
    </dgm:pt>
    <dgm:pt modelId="{BC774ABF-D6F2-4009-97F4-7D06D8CC65EF}" type="pres">
      <dgm:prSet presAssocID="{7F7D542C-C1E2-483B-9C67-BB9ED483C4C4}" presName="dummy2a" presStyleCnt="0"/>
      <dgm:spPr/>
    </dgm:pt>
    <dgm:pt modelId="{FA6EFB22-06BE-47AD-9261-24963C6EC050}" type="pres">
      <dgm:prSet presAssocID="{7F7D542C-C1E2-483B-9C67-BB9ED483C4C4}" presName="dummy2b" presStyleCnt="0"/>
      <dgm:spPr/>
    </dgm:pt>
    <dgm:pt modelId="{A59E6BC8-B3ED-4210-9BDA-2C1375B4F582}" type="pres">
      <dgm:prSet presAssocID="{7F7D542C-C1E2-483B-9C67-BB9ED483C4C4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0753A4C0-B692-4EC2-96FB-4A351BC4A5B8}" type="pres">
      <dgm:prSet presAssocID="{7F7D542C-C1E2-483B-9C67-BB9ED483C4C4}" presName="wedge3" presStyleLbl="node1" presStyleIdx="2" presStyleCnt="6"/>
      <dgm:spPr/>
    </dgm:pt>
    <dgm:pt modelId="{C2EE4520-56DF-467F-9107-FF4575DD2938}" type="pres">
      <dgm:prSet presAssocID="{7F7D542C-C1E2-483B-9C67-BB9ED483C4C4}" presName="dummy3a" presStyleCnt="0"/>
      <dgm:spPr/>
    </dgm:pt>
    <dgm:pt modelId="{45C0ADC9-1001-4700-A847-57801AA89388}" type="pres">
      <dgm:prSet presAssocID="{7F7D542C-C1E2-483B-9C67-BB9ED483C4C4}" presName="dummy3b" presStyleCnt="0"/>
      <dgm:spPr/>
    </dgm:pt>
    <dgm:pt modelId="{B9CCB227-0BB0-4F6E-B01C-40BEEAF5774F}" type="pres">
      <dgm:prSet presAssocID="{7F7D542C-C1E2-483B-9C67-BB9ED483C4C4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A65AE41-AF06-406D-B0E4-8FD38BF615E6}" type="pres">
      <dgm:prSet presAssocID="{7F7D542C-C1E2-483B-9C67-BB9ED483C4C4}" presName="wedge4" presStyleLbl="node1" presStyleIdx="3" presStyleCnt="6"/>
      <dgm:spPr/>
    </dgm:pt>
    <dgm:pt modelId="{FDCC9420-6074-4F1A-A927-E71B00FB399F}" type="pres">
      <dgm:prSet presAssocID="{7F7D542C-C1E2-483B-9C67-BB9ED483C4C4}" presName="dummy4a" presStyleCnt="0"/>
      <dgm:spPr/>
    </dgm:pt>
    <dgm:pt modelId="{0B928366-4C73-4075-BF4E-0C89E2695BF7}" type="pres">
      <dgm:prSet presAssocID="{7F7D542C-C1E2-483B-9C67-BB9ED483C4C4}" presName="dummy4b" presStyleCnt="0"/>
      <dgm:spPr/>
    </dgm:pt>
    <dgm:pt modelId="{08F57988-D97D-4364-84B0-5D01D1402771}" type="pres">
      <dgm:prSet presAssocID="{7F7D542C-C1E2-483B-9C67-BB9ED483C4C4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4FE8CC38-6224-4D34-8FE3-AC6F5A0EE83A}" type="pres">
      <dgm:prSet presAssocID="{7F7D542C-C1E2-483B-9C67-BB9ED483C4C4}" presName="wedge5" presStyleLbl="node1" presStyleIdx="4" presStyleCnt="6"/>
      <dgm:spPr/>
    </dgm:pt>
    <dgm:pt modelId="{53DC08D4-92EC-453B-8583-CA202DBDA00A}" type="pres">
      <dgm:prSet presAssocID="{7F7D542C-C1E2-483B-9C67-BB9ED483C4C4}" presName="dummy5a" presStyleCnt="0"/>
      <dgm:spPr/>
    </dgm:pt>
    <dgm:pt modelId="{469CE502-D262-4934-B4EA-40409E8E6659}" type="pres">
      <dgm:prSet presAssocID="{7F7D542C-C1E2-483B-9C67-BB9ED483C4C4}" presName="dummy5b" presStyleCnt="0"/>
      <dgm:spPr/>
    </dgm:pt>
    <dgm:pt modelId="{06887414-0C12-48CF-805F-1E867CAFE702}" type="pres">
      <dgm:prSet presAssocID="{7F7D542C-C1E2-483B-9C67-BB9ED483C4C4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4FD35E97-6AFF-4681-BFD4-EA4F289B07E6}" type="pres">
      <dgm:prSet presAssocID="{7F7D542C-C1E2-483B-9C67-BB9ED483C4C4}" presName="wedge6" presStyleLbl="node1" presStyleIdx="5" presStyleCnt="6"/>
      <dgm:spPr/>
    </dgm:pt>
    <dgm:pt modelId="{2CC3DC18-1265-4F47-AED3-2C71CCC79628}" type="pres">
      <dgm:prSet presAssocID="{7F7D542C-C1E2-483B-9C67-BB9ED483C4C4}" presName="dummy6a" presStyleCnt="0"/>
      <dgm:spPr/>
    </dgm:pt>
    <dgm:pt modelId="{EBCAFE31-3B35-4173-9071-60816878B78F}" type="pres">
      <dgm:prSet presAssocID="{7F7D542C-C1E2-483B-9C67-BB9ED483C4C4}" presName="dummy6b" presStyleCnt="0"/>
      <dgm:spPr/>
    </dgm:pt>
    <dgm:pt modelId="{D1A3E6AD-65D5-4385-BE24-CE406132FF89}" type="pres">
      <dgm:prSet presAssocID="{7F7D542C-C1E2-483B-9C67-BB9ED483C4C4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BD350F0B-2E66-4F8C-A1AD-8FC47BEE14AA}" type="pres">
      <dgm:prSet presAssocID="{5A4122D9-8DC4-48A3-BC38-756F79BAA126}" presName="arrowWedge1" presStyleLbl="fgSibTrans2D1" presStyleIdx="0" presStyleCnt="6"/>
      <dgm:spPr/>
    </dgm:pt>
    <dgm:pt modelId="{AE5AA553-9E5A-479E-8C3D-81EA5DB60785}" type="pres">
      <dgm:prSet presAssocID="{115C6390-318C-4892-BAC1-D96E7A8B3535}" presName="arrowWedge2" presStyleLbl="fgSibTrans2D1" presStyleIdx="1" presStyleCnt="6"/>
      <dgm:spPr/>
    </dgm:pt>
    <dgm:pt modelId="{61B36EDA-E584-48FB-B36E-830A4E306276}" type="pres">
      <dgm:prSet presAssocID="{41F35767-692B-4411-BF3B-45985179DF69}" presName="arrowWedge3" presStyleLbl="fgSibTrans2D1" presStyleIdx="2" presStyleCnt="6"/>
      <dgm:spPr/>
    </dgm:pt>
    <dgm:pt modelId="{7156B633-A156-4241-AA61-0A53C8385B2A}" type="pres">
      <dgm:prSet presAssocID="{EE96FBD9-BA3C-4F1C-B460-0BDFA4EA37C3}" presName="arrowWedge4" presStyleLbl="fgSibTrans2D1" presStyleIdx="3" presStyleCnt="6"/>
      <dgm:spPr/>
    </dgm:pt>
    <dgm:pt modelId="{A8346F9F-EA4A-4351-B113-33AD19A0981F}" type="pres">
      <dgm:prSet presAssocID="{2797F87A-456F-435B-A269-A9E022FD6954}" presName="arrowWedge5" presStyleLbl="fgSibTrans2D1" presStyleIdx="4" presStyleCnt="6"/>
      <dgm:spPr/>
    </dgm:pt>
    <dgm:pt modelId="{5B1E8ADF-F3F5-4668-A919-82CAAD0F933D}" type="pres">
      <dgm:prSet presAssocID="{10E6DF07-BB8E-4B15-860B-35F4AB4E280C}" presName="arrowWedge6" presStyleLbl="fgSibTrans2D1" presStyleIdx="5" presStyleCnt="6"/>
      <dgm:spPr/>
    </dgm:pt>
  </dgm:ptLst>
  <dgm:cxnLst>
    <dgm:cxn modelId="{79EF6F08-4D67-43E4-B153-9A56A3545871}" type="presOf" srcId="{79C32B94-AF08-462E-9BA4-C0CFB8E7A7A3}" destId="{1222FBE2-A499-40B0-B0B4-8B25B36D7045}" srcOrd="0" destOrd="0" presId="urn:microsoft.com/office/officeart/2005/8/layout/cycle8"/>
    <dgm:cxn modelId="{81E92423-F4C7-4796-8B22-6CE69AA1AC43}" srcId="{7F7D542C-C1E2-483B-9C67-BB9ED483C4C4}" destId="{76E592FA-690E-4105-BEEC-4057A46335DE}" srcOrd="0" destOrd="0" parTransId="{826AC8BE-6EC2-4425-9ADE-D539A6FD803F}" sibTransId="{5A4122D9-8DC4-48A3-BC38-756F79BAA126}"/>
    <dgm:cxn modelId="{8946FC30-CAA7-4B0A-B2EE-A1C468BBA5DC}" type="presOf" srcId="{D4FC3FED-E064-4E79-BB21-953135320856}" destId="{D1A3E6AD-65D5-4385-BE24-CE406132FF89}" srcOrd="1" destOrd="0" presId="urn:microsoft.com/office/officeart/2005/8/layout/cycle8"/>
    <dgm:cxn modelId="{E6867E6E-56A3-4DC6-8D65-EA485D20F79C}" srcId="{7F7D542C-C1E2-483B-9C67-BB9ED483C4C4}" destId="{E6485DA3-0560-4282-BFDD-0F6E8C0D59F5}" srcOrd="2" destOrd="0" parTransId="{EBA1BD6A-3D3D-4CC7-88AA-92AC7338B098}" sibTransId="{41F35767-692B-4411-BF3B-45985179DF69}"/>
    <dgm:cxn modelId="{9B729972-A4BA-4F1B-8365-85A76D55E7D3}" type="presOf" srcId="{8ABFEB59-649D-403F-B94C-6E375C6F821E}" destId="{08F57988-D97D-4364-84B0-5D01D1402771}" srcOrd="1" destOrd="0" presId="urn:microsoft.com/office/officeart/2005/8/layout/cycle8"/>
    <dgm:cxn modelId="{8E603974-CE9E-4820-AEB4-D416E5ACF1F6}" type="presOf" srcId="{E6485DA3-0560-4282-BFDD-0F6E8C0D59F5}" destId="{0753A4C0-B692-4EC2-96FB-4A351BC4A5B8}" srcOrd="0" destOrd="0" presId="urn:microsoft.com/office/officeart/2005/8/layout/cycle8"/>
    <dgm:cxn modelId="{E9803E78-261C-4989-929A-54C7994F96ED}" srcId="{7F7D542C-C1E2-483B-9C67-BB9ED483C4C4}" destId="{79C32B94-AF08-462E-9BA4-C0CFB8E7A7A3}" srcOrd="1" destOrd="0" parTransId="{735A4935-E0DC-4BFD-954D-934F36F656E8}" sibTransId="{115C6390-318C-4892-BAC1-D96E7A8B3535}"/>
    <dgm:cxn modelId="{24838083-3325-4C3F-9838-1920C8F8B3E9}" srcId="{7F7D542C-C1E2-483B-9C67-BB9ED483C4C4}" destId="{8ABFEB59-649D-403F-B94C-6E375C6F821E}" srcOrd="3" destOrd="0" parTransId="{B24AB19B-1ED3-416D-994C-E0907CFBCA44}" sibTransId="{EE96FBD9-BA3C-4F1C-B460-0BDFA4EA37C3}"/>
    <dgm:cxn modelId="{C31EE18B-B875-41F2-9A96-78E3B1CD62BA}" srcId="{7F7D542C-C1E2-483B-9C67-BB9ED483C4C4}" destId="{D4FC3FED-E064-4E79-BB21-953135320856}" srcOrd="5" destOrd="0" parTransId="{01E57CD1-7D9E-4FC1-B902-B3E74479E9F4}" sibTransId="{10E6DF07-BB8E-4B15-860B-35F4AB4E280C}"/>
    <dgm:cxn modelId="{A67FC691-F30A-47CA-89BC-73DB84DDF5E3}" type="presOf" srcId="{79C32B94-AF08-462E-9BA4-C0CFB8E7A7A3}" destId="{A59E6BC8-B3ED-4210-9BDA-2C1375B4F582}" srcOrd="1" destOrd="0" presId="urn:microsoft.com/office/officeart/2005/8/layout/cycle8"/>
    <dgm:cxn modelId="{EFBD969A-9393-4C08-ABF1-858B79484272}" type="presOf" srcId="{76E592FA-690E-4105-BEEC-4057A46335DE}" destId="{F0355AE7-B617-4EFF-847C-5C618BE19D55}" srcOrd="0" destOrd="0" presId="urn:microsoft.com/office/officeart/2005/8/layout/cycle8"/>
    <dgm:cxn modelId="{D9F2739E-E60B-4962-B65D-A389BC0BF894}" type="presOf" srcId="{D4FC3FED-E064-4E79-BB21-953135320856}" destId="{4FD35E97-6AFF-4681-BFD4-EA4F289B07E6}" srcOrd="0" destOrd="0" presId="urn:microsoft.com/office/officeart/2005/8/layout/cycle8"/>
    <dgm:cxn modelId="{481F38B5-1A78-4298-A21F-5E12F2AE5759}" type="presOf" srcId="{FEDF5505-9CF6-4E42-BB4C-8FC4BC35D8F2}" destId="{06887414-0C12-48CF-805F-1E867CAFE702}" srcOrd="1" destOrd="0" presId="urn:microsoft.com/office/officeart/2005/8/layout/cycle8"/>
    <dgm:cxn modelId="{CB7D79BA-173B-4071-987F-56167608E26C}" type="presOf" srcId="{76E592FA-690E-4105-BEEC-4057A46335DE}" destId="{99005725-212A-40A8-B7BC-9DE40A2CF499}" srcOrd="1" destOrd="0" presId="urn:microsoft.com/office/officeart/2005/8/layout/cycle8"/>
    <dgm:cxn modelId="{AEAB90DD-ABEF-462E-A8A5-6CE568B48B33}" type="presOf" srcId="{E6485DA3-0560-4282-BFDD-0F6E8C0D59F5}" destId="{B9CCB227-0BB0-4F6E-B01C-40BEEAF5774F}" srcOrd="1" destOrd="0" presId="urn:microsoft.com/office/officeart/2005/8/layout/cycle8"/>
    <dgm:cxn modelId="{5EE338E2-BB59-485E-AD30-DF762C48B055}" type="presOf" srcId="{8ABFEB59-649D-403F-B94C-6E375C6F821E}" destId="{6A65AE41-AF06-406D-B0E4-8FD38BF615E6}" srcOrd="0" destOrd="0" presId="urn:microsoft.com/office/officeart/2005/8/layout/cycle8"/>
    <dgm:cxn modelId="{DF42CCE9-CA64-4F27-812F-E621691C773A}" type="presOf" srcId="{7F7D542C-C1E2-483B-9C67-BB9ED483C4C4}" destId="{92BCF77A-1930-4E59-A4F1-FF58D99CC914}" srcOrd="0" destOrd="0" presId="urn:microsoft.com/office/officeart/2005/8/layout/cycle8"/>
    <dgm:cxn modelId="{1C90D1F8-4B0F-481B-8447-F61046962EF2}" srcId="{7F7D542C-C1E2-483B-9C67-BB9ED483C4C4}" destId="{FEDF5505-9CF6-4E42-BB4C-8FC4BC35D8F2}" srcOrd="4" destOrd="0" parTransId="{7BC3AC8E-C2FD-4A50-84AA-A80952210FD8}" sibTransId="{2797F87A-456F-435B-A269-A9E022FD6954}"/>
    <dgm:cxn modelId="{CB343CFB-AF4F-483A-B219-98140802C337}" type="presOf" srcId="{FEDF5505-9CF6-4E42-BB4C-8FC4BC35D8F2}" destId="{4FE8CC38-6224-4D34-8FE3-AC6F5A0EE83A}" srcOrd="0" destOrd="0" presId="urn:microsoft.com/office/officeart/2005/8/layout/cycle8"/>
    <dgm:cxn modelId="{20256C2B-2A93-4715-AE6A-E821EE35F321}" type="presParOf" srcId="{92BCF77A-1930-4E59-A4F1-FF58D99CC914}" destId="{F0355AE7-B617-4EFF-847C-5C618BE19D55}" srcOrd="0" destOrd="0" presId="urn:microsoft.com/office/officeart/2005/8/layout/cycle8"/>
    <dgm:cxn modelId="{644DB003-D2E8-48FF-BC58-D41D6D77656C}" type="presParOf" srcId="{92BCF77A-1930-4E59-A4F1-FF58D99CC914}" destId="{D3945959-9F94-4E3F-AC96-00B8FAE38E6B}" srcOrd="1" destOrd="0" presId="urn:microsoft.com/office/officeart/2005/8/layout/cycle8"/>
    <dgm:cxn modelId="{1D2FFF33-CE0E-4F87-B88D-4166E89C0B3B}" type="presParOf" srcId="{92BCF77A-1930-4E59-A4F1-FF58D99CC914}" destId="{8B1A724D-E1A3-4F29-9DE7-DDB58DAEB547}" srcOrd="2" destOrd="0" presId="urn:microsoft.com/office/officeart/2005/8/layout/cycle8"/>
    <dgm:cxn modelId="{DA337826-607E-4AFE-A77F-CA3562BBDC8B}" type="presParOf" srcId="{92BCF77A-1930-4E59-A4F1-FF58D99CC914}" destId="{99005725-212A-40A8-B7BC-9DE40A2CF499}" srcOrd="3" destOrd="0" presId="urn:microsoft.com/office/officeart/2005/8/layout/cycle8"/>
    <dgm:cxn modelId="{F78A5986-6CCB-4F0C-ADF6-A393FAEF0DA1}" type="presParOf" srcId="{92BCF77A-1930-4E59-A4F1-FF58D99CC914}" destId="{1222FBE2-A499-40B0-B0B4-8B25B36D7045}" srcOrd="4" destOrd="0" presId="urn:microsoft.com/office/officeart/2005/8/layout/cycle8"/>
    <dgm:cxn modelId="{07C8EBFC-8B09-496A-9FDD-98A41A3B2D59}" type="presParOf" srcId="{92BCF77A-1930-4E59-A4F1-FF58D99CC914}" destId="{BC774ABF-D6F2-4009-97F4-7D06D8CC65EF}" srcOrd="5" destOrd="0" presId="urn:microsoft.com/office/officeart/2005/8/layout/cycle8"/>
    <dgm:cxn modelId="{0DF1E757-792E-4E79-AFD8-2C2D788B2C56}" type="presParOf" srcId="{92BCF77A-1930-4E59-A4F1-FF58D99CC914}" destId="{FA6EFB22-06BE-47AD-9261-24963C6EC050}" srcOrd="6" destOrd="0" presId="urn:microsoft.com/office/officeart/2005/8/layout/cycle8"/>
    <dgm:cxn modelId="{AD299DE5-937A-46D1-83FE-5EACFA0206E7}" type="presParOf" srcId="{92BCF77A-1930-4E59-A4F1-FF58D99CC914}" destId="{A59E6BC8-B3ED-4210-9BDA-2C1375B4F582}" srcOrd="7" destOrd="0" presId="urn:microsoft.com/office/officeart/2005/8/layout/cycle8"/>
    <dgm:cxn modelId="{7B00C363-AF77-441E-A991-1BE5522345E0}" type="presParOf" srcId="{92BCF77A-1930-4E59-A4F1-FF58D99CC914}" destId="{0753A4C0-B692-4EC2-96FB-4A351BC4A5B8}" srcOrd="8" destOrd="0" presId="urn:microsoft.com/office/officeart/2005/8/layout/cycle8"/>
    <dgm:cxn modelId="{72D6AF3C-985A-4E9E-AEED-C48E50BD1295}" type="presParOf" srcId="{92BCF77A-1930-4E59-A4F1-FF58D99CC914}" destId="{C2EE4520-56DF-467F-9107-FF4575DD2938}" srcOrd="9" destOrd="0" presId="urn:microsoft.com/office/officeart/2005/8/layout/cycle8"/>
    <dgm:cxn modelId="{D41373DA-3EA4-452B-8C72-B4A7D12D94A9}" type="presParOf" srcId="{92BCF77A-1930-4E59-A4F1-FF58D99CC914}" destId="{45C0ADC9-1001-4700-A847-57801AA89388}" srcOrd="10" destOrd="0" presId="urn:microsoft.com/office/officeart/2005/8/layout/cycle8"/>
    <dgm:cxn modelId="{F687B36F-0CDA-483B-84F1-72184165EBDD}" type="presParOf" srcId="{92BCF77A-1930-4E59-A4F1-FF58D99CC914}" destId="{B9CCB227-0BB0-4F6E-B01C-40BEEAF5774F}" srcOrd="11" destOrd="0" presId="urn:microsoft.com/office/officeart/2005/8/layout/cycle8"/>
    <dgm:cxn modelId="{79956322-66DC-4466-BAF2-840037778834}" type="presParOf" srcId="{92BCF77A-1930-4E59-A4F1-FF58D99CC914}" destId="{6A65AE41-AF06-406D-B0E4-8FD38BF615E6}" srcOrd="12" destOrd="0" presId="urn:microsoft.com/office/officeart/2005/8/layout/cycle8"/>
    <dgm:cxn modelId="{3347956E-FEA9-4E77-ABBC-E4E26A887C14}" type="presParOf" srcId="{92BCF77A-1930-4E59-A4F1-FF58D99CC914}" destId="{FDCC9420-6074-4F1A-A927-E71B00FB399F}" srcOrd="13" destOrd="0" presId="urn:microsoft.com/office/officeart/2005/8/layout/cycle8"/>
    <dgm:cxn modelId="{097CEA99-4756-4B10-9915-506B157472E9}" type="presParOf" srcId="{92BCF77A-1930-4E59-A4F1-FF58D99CC914}" destId="{0B928366-4C73-4075-BF4E-0C89E2695BF7}" srcOrd="14" destOrd="0" presId="urn:microsoft.com/office/officeart/2005/8/layout/cycle8"/>
    <dgm:cxn modelId="{612DE559-186C-42F8-AC0B-74CD7B730083}" type="presParOf" srcId="{92BCF77A-1930-4E59-A4F1-FF58D99CC914}" destId="{08F57988-D97D-4364-84B0-5D01D1402771}" srcOrd="15" destOrd="0" presId="urn:microsoft.com/office/officeart/2005/8/layout/cycle8"/>
    <dgm:cxn modelId="{F12B2915-8DC0-4DA9-9E78-1812CDF9D952}" type="presParOf" srcId="{92BCF77A-1930-4E59-A4F1-FF58D99CC914}" destId="{4FE8CC38-6224-4D34-8FE3-AC6F5A0EE83A}" srcOrd="16" destOrd="0" presId="urn:microsoft.com/office/officeart/2005/8/layout/cycle8"/>
    <dgm:cxn modelId="{55FBD18E-13C5-4837-B07B-B0C7479782CA}" type="presParOf" srcId="{92BCF77A-1930-4E59-A4F1-FF58D99CC914}" destId="{53DC08D4-92EC-453B-8583-CA202DBDA00A}" srcOrd="17" destOrd="0" presId="urn:microsoft.com/office/officeart/2005/8/layout/cycle8"/>
    <dgm:cxn modelId="{4991FBC8-5878-42E1-B7BB-4881A26F3775}" type="presParOf" srcId="{92BCF77A-1930-4E59-A4F1-FF58D99CC914}" destId="{469CE502-D262-4934-B4EA-40409E8E6659}" srcOrd="18" destOrd="0" presId="urn:microsoft.com/office/officeart/2005/8/layout/cycle8"/>
    <dgm:cxn modelId="{F6790EF8-C9F2-4DCB-849C-0DC13641B641}" type="presParOf" srcId="{92BCF77A-1930-4E59-A4F1-FF58D99CC914}" destId="{06887414-0C12-48CF-805F-1E867CAFE702}" srcOrd="19" destOrd="0" presId="urn:microsoft.com/office/officeart/2005/8/layout/cycle8"/>
    <dgm:cxn modelId="{743C7B40-ABE2-4078-9972-56E5F2FA48DF}" type="presParOf" srcId="{92BCF77A-1930-4E59-A4F1-FF58D99CC914}" destId="{4FD35E97-6AFF-4681-BFD4-EA4F289B07E6}" srcOrd="20" destOrd="0" presId="urn:microsoft.com/office/officeart/2005/8/layout/cycle8"/>
    <dgm:cxn modelId="{F0048BA3-26BA-4C77-AE8C-0DD63E6F123E}" type="presParOf" srcId="{92BCF77A-1930-4E59-A4F1-FF58D99CC914}" destId="{2CC3DC18-1265-4F47-AED3-2C71CCC79628}" srcOrd="21" destOrd="0" presId="urn:microsoft.com/office/officeart/2005/8/layout/cycle8"/>
    <dgm:cxn modelId="{CC71F7A6-5CAA-4450-A133-0CF650F544F5}" type="presParOf" srcId="{92BCF77A-1930-4E59-A4F1-FF58D99CC914}" destId="{EBCAFE31-3B35-4173-9071-60816878B78F}" srcOrd="22" destOrd="0" presId="urn:microsoft.com/office/officeart/2005/8/layout/cycle8"/>
    <dgm:cxn modelId="{F118C256-4D19-451C-B761-E8C3E173D8FF}" type="presParOf" srcId="{92BCF77A-1930-4E59-A4F1-FF58D99CC914}" destId="{D1A3E6AD-65D5-4385-BE24-CE406132FF89}" srcOrd="23" destOrd="0" presId="urn:microsoft.com/office/officeart/2005/8/layout/cycle8"/>
    <dgm:cxn modelId="{98BDBA92-8425-4E9A-81DA-3F8C4C5CA65E}" type="presParOf" srcId="{92BCF77A-1930-4E59-A4F1-FF58D99CC914}" destId="{BD350F0B-2E66-4F8C-A1AD-8FC47BEE14AA}" srcOrd="24" destOrd="0" presId="urn:microsoft.com/office/officeart/2005/8/layout/cycle8"/>
    <dgm:cxn modelId="{50A16103-732A-4513-9D60-3DDB25C2121B}" type="presParOf" srcId="{92BCF77A-1930-4E59-A4F1-FF58D99CC914}" destId="{AE5AA553-9E5A-479E-8C3D-81EA5DB60785}" srcOrd="25" destOrd="0" presId="urn:microsoft.com/office/officeart/2005/8/layout/cycle8"/>
    <dgm:cxn modelId="{7F48468F-F7B0-41F1-A744-897E126BE91D}" type="presParOf" srcId="{92BCF77A-1930-4E59-A4F1-FF58D99CC914}" destId="{61B36EDA-E584-48FB-B36E-830A4E306276}" srcOrd="26" destOrd="0" presId="urn:microsoft.com/office/officeart/2005/8/layout/cycle8"/>
    <dgm:cxn modelId="{744F59AB-21C9-4C47-887B-D86228E41472}" type="presParOf" srcId="{92BCF77A-1930-4E59-A4F1-FF58D99CC914}" destId="{7156B633-A156-4241-AA61-0A53C8385B2A}" srcOrd="27" destOrd="0" presId="urn:microsoft.com/office/officeart/2005/8/layout/cycle8"/>
    <dgm:cxn modelId="{6904B5CB-D892-49D4-A8FD-C40B6855BAF5}" type="presParOf" srcId="{92BCF77A-1930-4E59-A4F1-FF58D99CC914}" destId="{A8346F9F-EA4A-4351-B113-33AD19A0981F}" srcOrd="28" destOrd="0" presId="urn:microsoft.com/office/officeart/2005/8/layout/cycle8"/>
    <dgm:cxn modelId="{18DACCBE-56EA-4D19-8F1B-B767D430208E}" type="presParOf" srcId="{92BCF77A-1930-4E59-A4F1-FF58D99CC914}" destId="{5B1E8ADF-F3F5-4668-A919-82CAAD0F933D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2CA89E-2C5E-405C-9D3A-BEB8CC61B78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3976CD-D3FD-4D1B-A1BF-D9B8CFC151A8}">
      <dgm:prSet/>
      <dgm:spPr/>
      <dgm:t>
        <a:bodyPr/>
        <a:lstStyle/>
        <a:p>
          <a:r>
            <a:rPr lang="pt-BR"/>
            <a:t>SEBRAE</a:t>
          </a:r>
          <a:endParaRPr lang="en-US"/>
        </a:p>
      </dgm:t>
    </dgm:pt>
    <dgm:pt modelId="{2B851F34-5F59-402D-9DBB-EE7C56ACDDB0}" type="parTrans" cxnId="{C1682582-E394-47F4-B943-37E0B5C06D10}">
      <dgm:prSet/>
      <dgm:spPr/>
      <dgm:t>
        <a:bodyPr/>
        <a:lstStyle/>
        <a:p>
          <a:endParaRPr lang="en-US"/>
        </a:p>
      </dgm:t>
    </dgm:pt>
    <dgm:pt modelId="{E48B3105-7B62-42E8-BDE9-1D1B7C0F0525}" type="sibTrans" cxnId="{C1682582-E394-47F4-B943-37E0B5C06D10}">
      <dgm:prSet/>
      <dgm:spPr/>
      <dgm:t>
        <a:bodyPr/>
        <a:lstStyle/>
        <a:p>
          <a:endParaRPr lang="en-US"/>
        </a:p>
      </dgm:t>
    </dgm:pt>
    <dgm:pt modelId="{E4EC6EB7-560D-401D-BE23-F9286FE4DF7F}">
      <dgm:prSet/>
      <dgm:spPr/>
      <dgm:t>
        <a:bodyPr/>
        <a:lstStyle/>
        <a:p>
          <a:r>
            <a:rPr lang="pt-BR"/>
            <a:t>SENAC</a:t>
          </a:r>
          <a:endParaRPr lang="en-US"/>
        </a:p>
      </dgm:t>
    </dgm:pt>
    <dgm:pt modelId="{6C83DE7C-DA0A-4431-A661-CFD614783DA1}" type="parTrans" cxnId="{0C0B020C-D826-46B5-83FA-7D7DA6E7A199}">
      <dgm:prSet/>
      <dgm:spPr/>
      <dgm:t>
        <a:bodyPr/>
        <a:lstStyle/>
        <a:p>
          <a:endParaRPr lang="en-US"/>
        </a:p>
      </dgm:t>
    </dgm:pt>
    <dgm:pt modelId="{B52FA96A-F932-46F7-B2DC-4068610857B0}" type="sibTrans" cxnId="{0C0B020C-D826-46B5-83FA-7D7DA6E7A199}">
      <dgm:prSet/>
      <dgm:spPr/>
      <dgm:t>
        <a:bodyPr/>
        <a:lstStyle/>
        <a:p>
          <a:endParaRPr lang="en-US"/>
        </a:p>
      </dgm:t>
    </dgm:pt>
    <dgm:pt modelId="{A52F4542-9100-4CB4-B113-8D705624B35F}">
      <dgm:prSet/>
      <dgm:spPr/>
      <dgm:t>
        <a:bodyPr/>
        <a:lstStyle/>
        <a:p>
          <a:r>
            <a:rPr lang="pt-BR"/>
            <a:t>Prefeituras</a:t>
          </a:r>
          <a:endParaRPr lang="en-US"/>
        </a:p>
      </dgm:t>
    </dgm:pt>
    <dgm:pt modelId="{661EC8E9-AF96-42BB-A4C7-EE084A0CA321}" type="parTrans" cxnId="{05F59184-3503-4012-A688-DEEEA714B1C4}">
      <dgm:prSet/>
      <dgm:spPr/>
      <dgm:t>
        <a:bodyPr/>
        <a:lstStyle/>
        <a:p>
          <a:endParaRPr lang="en-US"/>
        </a:p>
      </dgm:t>
    </dgm:pt>
    <dgm:pt modelId="{DFA3511F-7032-42ED-8D60-907CEEE4B6F8}" type="sibTrans" cxnId="{05F59184-3503-4012-A688-DEEEA714B1C4}">
      <dgm:prSet/>
      <dgm:spPr/>
      <dgm:t>
        <a:bodyPr/>
        <a:lstStyle/>
        <a:p>
          <a:endParaRPr lang="en-US"/>
        </a:p>
      </dgm:t>
    </dgm:pt>
    <dgm:pt modelId="{7B67C1E6-DB5A-4CE1-81EB-8AD20BBCA7F3}">
      <dgm:prSet/>
      <dgm:spPr/>
      <dgm:t>
        <a:bodyPr/>
        <a:lstStyle/>
        <a:p>
          <a:r>
            <a:rPr lang="pt-BR"/>
            <a:t>Bancos</a:t>
          </a:r>
          <a:endParaRPr lang="en-US"/>
        </a:p>
      </dgm:t>
    </dgm:pt>
    <dgm:pt modelId="{BDA915AA-88C2-4707-A2F6-15366FE5FDE9}" type="parTrans" cxnId="{CEE308EE-C17E-4021-BD6B-E5B64FB479D2}">
      <dgm:prSet/>
      <dgm:spPr/>
      <dgm:t>
        <a:bodyPr/>
        <a:lstStyle/>
        <a:p>
          <a:endParaRPr lang="en-US"/>
        </a:p>
      </dgm:t>
    </dgm:pt>
    <dgm:pt modelId="{DBCB24D2-7B95-4646-AF5A-2623133A0184}" type="sibTrans" cxnId="{CEE308EE-C17E-4021-BD6B-E5B64FB479D2}">
      <dgm:prSet/>
      <dgm:spPr/>
      <dgm:t>
        <a:bodyPr/>
        <a:lstStyle/>
        <a:p>
          <a:endParaRPr lang="en-US"/>
        </a:p>
      </dgm:t>
    </dgm:pt>
    <dgm:pt modelId="{F9442811-7376-4EDE-9499-07A9D04B7AB1}">
      <dgm:prSet/>
      <dgm:spPr/>
      <dgm:t>
        <a:bodyPr/>
        <a:lstStyle/>
        <a:p>
          <a:r>
            <a:rPr lang="pt-BR"/>
            <a:t>Cooperativas de crédito</a:t>
          </a:r>
          <a:endParaRPr lang="en-US"/>
        </a:p>
      </dgm:t>
    </dgm:pt>
    <dgm:pt modelId="{FF01BC31-E5FD-40D7-B9E5-8DFD6F9478BC}" type="parTrans" cxnId="{4AEFB5B8-B3D7-46A7-9FA1-CC8BE97027C8}">
      <dgm:prSet/>
      <dgm:spPr/>
      <dgm:t>
        <a:bodyPr/>
        <a:lstStyle/>
        <a:p>
          <a:endParaRPr lang="en-US"/>
        </a:p>
      </dgm:t>
    </dgm:pt>
    <dgm:pt modelId="{C5F72A97-CBD8-4931-8D1E-44DC94FA4B5E}" type="sibTrans" cxnId="{4AEFB5B8-B3D7-46A7-9FA1-CC8BE97027C8}">
      <dgm:prSet/>
      <dgm:spPr/>
      <dgm:t>
        <a:bodyPr/>
        <a:lstStyle/>
        <a:p>
          <a:endParaRPr lang="en-US"/>
        </a:p>
      </dgm:t>
    </dgm:pt>
    <dgm:pt modelId="{6CFA72B8-E34E-4294-B889-841AE95AEE2A}">
      <dgm:prSet/>
      <dgm:spPr/>
      <dgm:t>
        <a:bodyPr/>
        <a:lstStyle/>
        <a:p>
          <a:r>
            <a:rPr lang="pt-BR"/>
            <a:t>Incubadoras;</a:t>
          </a:r>
          <a:endParaRPr lang="en-US"/>
        </a:p>
      </dgm:t>
    </dgm:pt>
    <dgm:pt modelId="{A9DDD2E7-94DD-4E4C-89AA-90565E2C2267}" type="parTrans" cxnId="{E1B9C256-17AB-4C26-A6C6-D48C2FAACC76}">
      <dgm:prSet/>
      <dgm:spPr/>
      <dgm:t>
        <a:bodyPr/>
        <a:lstStyle/>
        <a:p>
          <a:endParaRPr lang="en-US"/>
        </a:p>
      </dgm:t>
    </dgm:pt>
    <dgm:pt modelId="{C3326C13-7456-41BF-AB09-AD8B960941AE}" type="sibTrans" cxnId="{E1B9C256-17AB-4C26-A6C6-D48C2FAACC76}">
      <dgm:prSet/>
      <dgm:spPr/>
      <dgm:t>
        <a:bodyPr/>
        <a:lstStyle/>
        <a:p>
          <a:endParaRPr lang="en-US"/>
        </a:p>
      </dgm:t>
    </dgm:pt>
    <dgm:pt modelId="{B3B4E3B2-57A2-461D-B1BD-085D9257AF7B}">
      <dgm:prSet/>
      <dgm:spPr/>
      <dgm:t>
        <a:bodyPr/>
        <a:lstStyle/>
        <a:p>
          <a:r>
            <a:rPr lang="pt-BR"/>
            <a:t>Associações e cooperativas</a:t>
          </a:r>
          <a:endParaRPr lang="en-US"/>
        </a:p>
      </dgm:t>
    </dgm:pt>
    <dgm:pt modelId="{0AADB75A-5CF8-44EF-A158-EE362EF752DF}" type="parTrans" cxnId="{816F82FD-253D-4916-BF3C-5CA00421F3C1}">
      <dgm:prSet/>
      <dgm:spPr/>
      <dgm:t>
        <a:bodyPr/>
        <a:lstStyle/>
        <a:p>
          <a:endParaRPr lang="en-US"/>
        </a:p>
      </dgm:t>
    </dgm:pt>
    <dgm:pt modelId="{430A0E85-D6B3-4458-898C-AE45E6207702}" type="sibTrans" cxnId="{816F82FD-253D-4916-BF3C-5CA00421F3C1}">
      <dgm:prSet/>
      <dgm:spPr/>
      <dgm:t>
        <a:bodyPr/>
        <a:lstStyle/>
        <a:p>
          <a:endParaRPr lang="en-US"/>
        </a:p>
      </dgm:t>
    </dgm:pt>
    <dgm:pt modelId="{8FE95537-798C-49BC-9C88-BF25DAADB0CA}">
      <dgm:prSet/>
      <dgm:spPr/>
      <dgm:t>
        <a:bodyPr/>
        <a:lstStyle/>
        <a:p>
          <a:r>
            <a:rPr lang="pt-BR"/>
            <a:t>Programas de economia solidária.</a:t>
          </a:r>
          <a:endParaRPr lang="en-US"/>
        </a:p>
      </dgm:t>
    </dgm:pt>
    <dgm:pt modelId="{0D0584E6-501C-4360-9E03-E0E8CEC9A620}" type="parTrans" cxnId="{60A18BAE-5021-4ADB-918C-8BC50D516110}">
      <dgm:prSet/>
      <dgm:spPr/>
      <dgm:t>
        <a:bodyPr/>
        <a:lstStyle/>
        <a:p>
          <a:endParaRPr lang="en-US"/>
        </a:p>
      </dgm:t>
    </dgm:pt>
    <dgm:pt modelId="{429CBD6C-568D-434B-9D14-6DCE6B0C9C7F}" type="sibTrans" cxnId="{60A18BAE-5021-4ADB-918C-8BC50D516110}">
      <dgm:prSet/>
      <dgm:spPr/>
      <dgm:t>
        <a:bodyPr/>
        <a:lstStyle/>
        <a:p>
          <a:endParaRPr lang="en-US"/>
        </a:p>
      </dgm:t>
    </dgm:pt>
    <dgm:pt modelId="{C1B18322-A321-40C2-A888-CB145467572E}" type="pres">
      <dgm:prSet presAssocID="{DB2CA89E-2C5E-405C-9D3A-BEB8CC61B785}" presName="diagram" presStyleCnt="0">
        <dgm:presLayoutVars>
          <dgm:dir/>
          <dgm:resizeHandles val="exact"/>
        </dgm:presLayoutVars>
      </dgm:prSet>
      <dgm:spPr/>
    </dgm:pt>
    <dgm:pt modelId="{1365B0C3-A994-420D-A15C-95C194D1BB0F}" type="pres">
      <dgm:prSet presAssocID="{713976CD-D3FD-4D1B-A1BF-D9B8CFC151A8}" presName="node" presStyleLbl="node1" presStyleIdx="0" presStyleCnt="8">
        <dgm:presLayoutVars>
          <dgm:bulletEnabled val="1"/>
        </dgm:presLayoutVars>
      </dgm:prSet>
      <dgm:spPr/>
    </dgm:pt>
    <dgm:pt modelId="{F67A2C5F-8F68-45A9-95B7-E782B5A22EA0}" type="pres">
      <dgm:prSet presAssocID="{E48B3105-7B62-42E8-BDE9-1D1B7C0F0525}" presName="sibTrans" presStyleCnt="0"/>
      <dgm:spPr/>
    </dgm:pt>
    <dgm:pt modelId="{1D64098A-520D-4E47-BB4B-15325584DF2E}" type="pres">
      <dgm:prSet presAssocID="{E4EC6EB7-560D-401D-BE23-F9286FE4DF7F}" presName="node" presStyleLbl="node1" presStyleIdx="1" presStyleCnt="8">
        <dgm:presLayoutVars>
          <dgm:bulletEnabled val="1"/>
        </dgm:presLayoutVars>
      </dgm:prSet>
      <dgm:spPr/>
    </dgm:pt>
    <dgm:pt modelId="{9A2D4919-9F0C-4F5B-B5F2-F8BAAA7B06FD}" type="pres">
      <dgm:prSet presAssocID="{B52FA96A-F932-46F7-B2DC-4068610857B0}" presName="sibTrans" presStyleCnt="0"/>
      <dgm:spPr/>
    </dgm:pt>
    <dgm:pt modelId="{9A03DADA-0EA8-4E29-A101-967F47855B91}" type="pres">
      <dgm:prSet presAssocID="{A52F4542-9100-4CB4-B113-8D705624B35F}" presName="node" presStyleLbl="node1" presStyleIdx="2" presStyleCnt="8">
        <dgm:presLayoutVars>
          <dgm:bulletEnabled val="1"/>
        </dgm:presLayoutVars>
      </dgm:prSet>
      <dgm:spPr/>
    </dgm:pt>
    <dgm:pt modelId="{90A9B795-10FE-4D90-9C39-FEF1D15DB44E}" type="pres">
      <dgm:prSet presAssocID="{DFA3511F-7032-42ED-8D60-907CEEE4B6F8}" presName="sibTrans" presStyleCnt="0"/>
      <dgm:spPr/>
    </dgm:pt>
    <dgm:pt modelId="{3A56E68E-AD42-4A7B-B298-D4876EA3DB54}" type="pres">
      <dgm:prSet presAssocID="{7B67C1E6-DB5A-4CE1-81EB-8AD20BBCA7F3}" presName="node" presStyleLbl="node1" presStyleIdx="3" presStyleCnt="8">
        <dgm:presLayoutVars>
          <dgm:bulletEnabled val="1"/>
        </dgm:presLayoutVars>
      </dgm:prSet>
      <dgm:spPr/>
    </dgm:pt>
    <dgm:pt modelId="{E1C7EAA0-7FFD-49E7-A8B9-5740483C31B1}" type="pres">
      <dgm:prSet presAssocID="{DBCB24D2-7B95-4646-AF5A-2623133A0184}" presName="sibTrans" presStyleCnt="0"/>
      <dgm:spPr/>
    </dgm:pt>
    <dgm:pt modelId="{1E8CEF48-7D37-4F32-809B-0B902B7BAA68}" type="pres">
      <dgm:prSet presAssocID="{F9442811-7376-4EDE-9499-07A9D04B7AB1}" presName="node" presStyleLbl="node1" presStyleIdx="4" presStyleCnt="8">
        <dgm:presLayoutVars>
          <dgm:bulletEnabled val="1"/>
        </dgm:presLayoutVars>
      </dgm:prSet>
      <dgm:spPr/>
    </dgm:pt>
    <dgm:pt modelId="{8DB5AEED-575E-4048-BA66-E1D685517A43}" type="pres">
      <dgm:prSet presAssocID="{C5F72A97-CBD8-4931-8D1E-44DC94FA4B5E}" presName="sibTrans" presStyleCnt="0"/>
      <dgm:spPr/>
    </dgm:pt>
    <dgm:pt modelId="{17CC622E-AFDC-467A-9D88-AFEF0189552B}" type="pres">
      <dgm:prSet presAssocID="{6CFA72B8-E34E-4294-B889-841AE95AEE2A}" presName="node" presStyleLbl="node1" presStyleIdx="5" presStyleCnt="8">
        <dgm:presLayoutVars>
          <dgm:bulletEnabled val="1"/>
        </dgm:presLayoutVars>
      </dgm:prSet>
      <dgm:spPr/>
    </dgm:pt>
    <dgm:pt modelId="{51A75E78-DC45-4D23-A03D-FCF6EB7AE16C}" type="pres">
      <dgm:prSet presAssocID="{C3326C13-7456-41BF-AB09-AD8B960941AE}" presName="sibTrans" presStyleCnt="0"/>
      <dgm:spPr/>
    </dgm:pt>
    <dgm:pt modelId="{FBB73E44-1D8E-4302-89DA-6C55DD972420}" type="pres">
      <dgm:prSet presAssocID="{B3B4E3B2-57A2-461D-B1BD-085D9257AF7B}" presName="node" presStyleLbl="node1" presStyleIdx="6" presStyleCnt="8">
        <dgm:presLayoutVars>
          <dgm:bulletEnabled val="1"/>
        </dgm:presLayoutVars>
      </dgm:prSet>
      <dgm:spPr/>
    </dgm:pt>
    <dgm:pt modelId="{8B4E29BB-EE8F-41C4-95E7-69E941794F08}" type="pres">
      <dgm:prSet presAssocID="{430A0E85-D6B3-4458-898C-AE45E6207702}" presName="sibTrans" presStyleCnt="0"/>
      <dgm:spPr/>
    </dgm:pt>
    <dgm:pt modelId="{867B662D-6B3A-4102-8EC8-F68C868EA15D}" type="pres">
      <dgm:prSet presAssocID="{8FE95537-798C-49BC-9C88-BF25DAADB0CA}" presName="node" presStyleLbl="node1" presStyleIdx="7" presStyleCnt="8">
        <dgm:presLayoutVars>
          <dgm:bulletEnabled val="1"/>
        </dgm:presLayoutVars>
      </dgm:prSet>
      <dgm:spPr/>
    </dgm:pt>
  </dgm:ptLst>
  <dgm:cxnLst>
    <dgm:cxn modelId="{B97A1601-4926-4674-AFB4-1B9FCE0E4B1F}" type="presOf" srcId="{E4EC6EB7-560D-401D-BE23-F9286FE4DF7F}" destId="{1D64098A-520D-4E47-BB4B-15325584DF2E}" srcOrd="0" destOrd="0" presId="urn:microsoft.com/office/officeart/2005/8/layout/default"/>
    <dgm:cxn modelId="{0C0B020C-D826-46B5-83FA-7D7DA6E7A199}" srcId="{DB2CA89E-2C5E-405C-9D3A-BEB8CC61B785}" destId="{E4EC6EB7-560D-401D-BE23-F9286FE4DF7F}" srcOrd="1" destOrd="0" parTransId="{6C83DE7C-DA0A-4431-A661-CFD614783DA1}" sibTransId="{B52FA96A-F932-46F7-B2DC-4068610857B0}"/>
    <dgm:cxn modelId="{FACF2919-5200-4001-B27B-AEEEA80AD01A}" type="presOf" srcId="{8FE95537-798C-49BC-9C88-BF25DAADB0CA}" destId="{867B662D-6B3A-4102-8EC8-F68C868EA15D}" srcOrd="0" destOrd="0" presId="urn:microsoft.com/office/officeart/2005/8/layout/default"/>
    <dgm:cxn modelId="{A6B7A81D-CF56-49B2-A46A-C406615444B8}" type="presOf" srcId="{F9442811-7376-4EDE-9499-07A9D04B7AB1}" destId="{1E8CEF48-7D37-4F32-809B-0B902B7BAA68}" srcOrd="0" destOrd="0" presId="urn:microsoft.com/office/officeart/2005/8/layout/default"/>
    <dgm:cxn modelId="{37221020-133C-4E90-BB4B-CFB01BB80260}" type="presOf" srcId="{A52F4542-9100-4CB4-B113-8D705624B35F}" destId="{9A03DADA-0EA8-4E29-A101-967F47855B91}" srcOrd="0" destOrd="0" presId="urn:microsoft.com/office/officeart/2005/8/layout/default"/>
    <dgm:cxn modelId="{E1B9C256-17AB-4C26-A6C6-D48C2FAACC76}" srcId="{DB2CA89E-2C5E-405C-9D3A-BEB8CC61B785}" destId="{6CFA72B8-E34E-4294-B889-841AE95AEE2A}" srcOrd="5" destOrd="0" parTransId="{A9DDD2E7-94DD-4E4C-89AA-90565E2C2267}" sibTransId="{C3326C13-7456-41BF-AB09-AD8B960941AE}"/>
    <dgm:cxn modelId="{3196F759-8547-4E79-B41F-6E8C6E94C6FB}" type="presOf" srcId="{DB2CA89E-2C5E-405C-9D3A-BEB8CC61B785}" destId="{C1B18322-A321-40C2-A888-CB145467572E}" srcOrd="0" destOrd="0" presId="urn:microsoft.com/office/officeart/2005/8/layout/default"/>
    <dgm:cxn modelId="{C1682582-E394-47F4-B943-37E0B5C06D10}" srcId="{DB2CA89E-2C5E-405C-9D3A-BEB8CC61B785}" destId="{713976CD-D3FD-4D1B-A1BF-D9B8CFC151A8}" srcOrd="0" destOrd="0" parTransId="{2B851F34-5F59-402D-9DBB-EE7C56ACDDB0}" sibTransId="{E48B3105-7B62-42E8-BDE9-1D1B7C0F0525}"/>
    <dgm:cxn modelId="{05F59184-3503-4012-A688-DEEEA714B1C4}" srcId="{DB2CA89E-2C5E-405C-9D3A-BEB8CC61B785}" destId="{A52F4542-9100-4CB4-B113-8D705624B35F}" srcOrd="2" destOrd="0" parTransId="{661EC8E9-AF96-42BB-A4C7-EE084A0CA321}" sibTransId="{DFA3511F-7032-42ED-8D60-907CEEE4B6F8}"/>
    <dgm:cxn modelId="{4F19949C-A691-43C7-8289-5E6FE658A7AE}" type="presOf" srcId="{6CFA72B8-E34E-4294-B889-841AE95AEE2A}" destId="{17CC622E-AFDC-467A-9D88-AFEF0189552B}" srcOrd="0" destOrd="0" presId="urn:microsoft.com/office/officeart/2005/8/layout/default"/>
    <dgm:cxn modelId="{3792F69F-3BF3-4C05-B92A-0E2C61CBE1F9}" type="presOf" srcId="{713976CD-D3FD-4D1B-A1BF-D9B8CFC151A8}" destId="{1365B0C3-A994-420D-A15C-95C194D1BB0F}" srcOrd="0" destOrd="0" presId="urn:microsoft.com/office/officeart/2005/8/layout/default"/>
    <dgm:cxn modelId="{60A18BAE-5021-4ADB-918C-8BC50D516110}" srcId="{DB2CA89E-2C5E-405C-9D3A-BEB8CC61B785}" destId="{8FE95537-798C-49BC-9C88-BF25DAADB0CA}" srcOrd="7" destOrd="0" parTransId="{0D0584E6-501C-4360-9E03-E0E8CEC9A620}" sibTransId="{429CBD6C-568D-434B-9D14-6DCE6B0C9C7F}"/>
    <dgm:cxn modelId="{CA0A88B3-2222-474A-BC45-C273C118EE96}" type="presOf" srcId="{7B67C1E6-DB5A-4CE1-81EB-8AD20BBCA7F3}" destId="{3A56E68E-AD42-4A7B-B298-D4876EA3DB54}" srcOrd="0" destOrd="0" presId="urn:microsoft.com/office/officeart/2005/8/layout/default"/>
    <dgm:cxn modelId="{4AEFB5B8-B3D7-46A7-9FA1-CC8BE97027C8}" srcId="{DB2CA89E-2C5E-405C-9D3A-BEB8CC61B785}" destId="{F9442811-7376-4EDE-9499-07A9D04B7AB1}" srcOrd="4" destOrd="0" parTransId="{FF01BC31-E5FD-40D7-B9E5-8DFD6F9478BC}" sibTransId="{C5F72A97-CBD8-4931-8D1E-44DC94FA4B5E}"/>
    <dgm:cxn modelId="{051E0DD4-76FE-4841-B2D4-8A24ED77A719}" type="presOf" srcId="{B3B4E3B2-57A2-461D-B1BD-085D9257AF7B}" destId="{FBB73E44-1D8E-4302-89DA-6C55DD972420}" srcOrd="0" destOrd="0" presId="urn:microsoft.com/office/officeart/2005/8/layout/default"/>
    <dgm:cxn modelId="{CEE308EE-C17E-4021-BD6B-E5B64FB479D2}" srcId="{DB2CA89E-2C5E-405C-9D3A-BEB8CC61B785}" destId="{7B67C1E6-DB5A-4CE1-81EB-8AD20BBCA7F3}" srcOrd="3" destOrd="0" parTransId="{BDA915AA-88C2-4707-A2F6-15366FE5FDE9}" sibTransId="{DBCB24D2-7B95-4646-AF5A-2623133A0184}"/>
    <dgm:cxn modelId="{816F82FD-253D-4916-BF3C-5CA00421F3C1}" srcId="{DB2CA89E-2C5E-405C-9D3A-BEB8CC61B785}" destId="{B3B4E3B2-57A2-461D-B1BD-085D9257AF7B}" srcOrd="6" destOrd="0" parTransId="{0AADB75A-5CF8-44EF-A158-EE362EF752DF}" sibTransId="{430A0E85-D6B3-4458-898C-AE45E6207702}"/>
    <dgm:cxn modelId="{467CC758-E5AF-49F7-8B59-F483D337A8D8}" type="presParOf" srcId="{C1B18322-A321-40C2-A888-CB145467572E}" destId="{1365B0C3-A994-420D-A15C-95C194D1BB0F}" srcOrd="0" destOrd="0" presId="urn:microsoft.com/office/officeart/2005/8/layout/default"/>
    <dgm:cxn modelId="{0D80645F-B2B9-4F3E-B0CE-9D76D853AA77}" type="presParOf" srcId="{C1B18322-A321-40C2-A888-CB145467572E}" destId="{F67A2C5F-8F68-45A9-95B7-E782B5A22EA0}" srcOrd="1" destOrd="0" presId="urn:microsoft.com/office/officeart/2005/8/layout/default"/>
    <dgm:cxn modelId="{E2DD6C4C-15A1-494C-BB72-D22ACED5903A}" type="presParOf" srcId="{C1B18322-A321-40C2-A888-CB145467572E}" destId="{1D64098A-520D-4E47-BB4B-15325584DF2E}" srcOrd="2" destOrd="0" presId="urn:microsoft.com/office/officeart/2005/8/layout/default"/>
    <dgm:cxn modelId="{36340A1F-E168-4A52-9405-A5B0D2531C23}" type="presParOf" srcId="{C1B18322-A321-40C2-A888-CB145467572E}" destId="{9A2D4919-9F0C-4F5B-B5F2-F8BAAA7B06FD}" srcOrd="3" destOrd="0" presId="urn:microsoft.com/office/officeart/2005/8/layout/default"/>
    <dgm:cxn modelId="{2CB589F3-4BD3-4A4B-BBFE-033DB35DAF82}" type="presParOf" srcId="{C1B18322-A321-40C2-A888-CB145467572E}" destId="{9A03DADA-0EA8-4E29-A101-967F47855B91}" srcOrd="4" destOrd="0" presId="urn:microsoft.com/office/officeart/2005/8/layout/default"/>
    <dgm:cxn modelId="{FEF7CF46-1525-400B-9CB1-25BA38331CD7}" type="presParOf" srcId="{C1B18322-A321-40C2-A888-CB145467572E}" destId="{90A9B795-10FE-4D90-9C39-FEF1D15DB44E}" srcOrd="5" destOrd="0" presId="urn:microsoft.com/office/officeart/2005/8/layout/default"/>
    <dgm:cxn modelId="{83D760D4-9B17-41AF-88CA-5655BBFEF528}" type="presParOf" srcId="{C1B18322-A321-40C2-A888-CB145467572E}" destId="{3A56E68E-AD42-4A7B-B298-D4876EA3DB54}" srcOrd="6" destOrd="0" presId="urn:microsoft.com/office/officeart/2005/8/layout/default"/>
    <dgm:cxn modelId="{E4573BA0-7EEC-40B5-B28E-2B640B50E261}" type="presParOf" srcId="{C1B18322-A321-40C2-A888-CB145467572E}" destId="{E1C7EAA0-7FFD-49E7-A8B9-5740483C31B1}" srcOrd="7" destOrd="0" presId="urn:microsoft.com/office/officeart/2005/8/layout/default"/>
    <dgm:cxn modelId="{AE86E411-B9A0-4E1E-9179-8FFEA3CA3017}" type="presParOf" srcId="{C1B18322-A321-40C2-A888-CB145467572E}" destId="{1E8CEF48-7D37-4F32-809B-0B902B7BAA68}" srcOrd="8" destOrd="0" presId="urn:microsoft.com/office/officeart/2005/8/layout/default"/>
    <dgm:cxn modelId="{63D818DE-4324-484B-AFF2-897BE804DF1F}" type="presParOf" srcId="{C1B18322-A321-40C2-A888-CB145467572E}" destId="{8DB5AEED-575E-4048-BA66-E1D685517A43}" srcOrd="9" destOrd="0" presId="urn:microsoft.com/office/officeart/2005/8/layout/default"/>
    <dgm:cxn modelId="{046C2E73-470A-406A-8C65-4C919704F9BA}" type="presParOf" srcId="{C1B18322-A321-40C2-A888-CB145467572E}" destId="{17CC622E-AFDC-467A-9D88-AFEF0189552B}" srcOrd="10" destOrd="0" presId="urn:microsoft.com/office/officeart/2005/8/layout/default"/>
    <dgm:cxn modelId="{4A17E0D1-9A09-4CB8-9846-FC3ED45CABEB}" type="presParOf" srcId="{C1B18322-A321-40C2-A888-CB145467572E}" destId="{51A75E78-DC45-4D23-A03D-FCF6EB7AE16C}" srcOrd="11" destOrd="0" presId="urn:microsoft.com/office/officeart/2005/8/layout/default"/>
    <dgm:cxn modelId="{34075874-F722-456E-93E5-A6A3EABA7304}" type="presParOf" srcId="{C1B18322-A321-40C2-A888-CB145467572E}" destId="{FBB73E44-1D8E-4302-89DA-6C55DD972420}" srcOrd="12" destOrd="0" presId="urn:microsoft.com/office/officeart/2005/8/layout/default"/>
    <dgm:cxn modelId="{A3D1C2A3-87BF-41E1-9822-017C317C7BB4}" type="presParOf" srcId="{C1B18322-A321-40C2-A888-CB145467572E}" destId="{8B4E29BB-EE8F-41C4-95E7-69E941794F08}" srcOrd="13" destOrd="0" presId="urn:microsoft.com/office/officeart/2005/8/layout/default"/>
    <dgm:cxn modelId="{02B57430-6071-46F5-AD61-E9C83C94AEB5}" type="presParOf" srcId="{C1B18322-A321-40C2-A888-CB145467572E}" destId="{867B662D-6B3A-4102-8EC8-F68C868EA15D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4B977B-F230-4AF1-9496-FB063C9C959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2A48FF7-49BE-4FC6-9A36-930062ABB7D2}">
      <dgm:prSet/>
      <dgm:spPr/>
      <dgm:t>
        <a:bodyPr/>
        <a:lstStyle/>
        <a:p>
          <a:r>
            <a:rPr lang="pt-BR"/>
            <a:t>Cursos</a:t>
          </a:r>
          <a:endParaRPr lang="en-US"/>
        </a:p>
      </dgm:t>
    </dgm:pt>
    <dgm:pt modelId="{F8BEE9DC-05B4-4550-8F7A-CAF0370F85FD}" type="parTrans" cxnId="{2A303E23-956F-42D9-BDF0-FD8EABC7AC01}">
      <dgm:prSet/>
      <dgm:spPr/>
      <dgm:t>
        <a:bodyPr/>
        <a:lstStyle/>
        <a:p>
          <a:endParaRPr lang="en-US"/>
        </a:p>
      </dgm:t>
    </dgm:pt>
    <dgm:pt modelId="{666C9209-DF93-4C77-B321-179938EBEE50}" type="sibTrans" cxnId="{2A303E23-956F-42D9-BDF0-FD8EABC7AC01}">
      <dgm:prSet/>
      <dgm:spPr/>
      <dgm:t>
        <a:bodyPr/>
        <a:lstStyle/>
        <a:p>
          <a:endParaRPr lang="en-US"/>
        </a:p>
      </dgm:t>
    </dgm:pt>
    <dgm:pt modelId="{42969D74-4583-4B5D-BB63-5EFF903DA8B6}">
      <dgm:prSet/>
      <dgm:spPr/>
      <dgm:t>
        <a:bodyPr/>
        <a:lstStyle/>
        <a:p>
          <a:r>
            <a:rPr lang="pt-BR"/>
            <a:t>Consultorias</a:t>
          </a:r>
          <a:endParaRPr lang="en-US"/>
        </a:p>
      </dgm:t>
    </dgm:pt>
    <dgm:pt modelId="{B0FA228B-80F8-4906-96BC-049717019109}" type="parTrans" cxnId="{7F95200E-1CC9-4866-AA76-86253B5B5078}">
      <dgm:prSet/>
      <dgm:spPr/>
      <dgm:t>
        <a:bodyPr/>
        <a:lstStyle/>
        <a:p>
          <a:endParaRPr lang="en-US"/>
        </a:p>
      </dgm:t>
    </dgm:pt>
    <dgm:pt modelId="{306B1355-2EC4-41FA-BB04-6E7C9B8E22E1}" type="sibTrans" cxnId="{7F95200E-1CC9-4866-AA76-86253B5B5078}">
      <dgm:prSet/>
      <dgm:spPr/>
      <dgm:t>
        <a:bodyPr/>
        <a:lstStyle/>
        <a:p>
          <a:endParaRPr lang="en-US"/>
        </a:p>
      </dgm:t>
    </dgm:pt>
    <dgm:pt modelId="{4733DBCB-B901-432A-A6D8-710B0644293E}">
      <dgm:prSet/>
      <dgm:spPr/>
      <dgm:t>
        <a:bodyPr/>
        <a:lstStyle/>
        <a:p>
          <a:r>
            <a:rPr lang="pt-BR"/>
            <a:t>Capacitação em gestão</a:t>
          </a:r>
          <a:endParaRPr lang="en-US"/>
        </a:p>
      </dgm:t>
    </dgm:pt>
    <dgm:pt modelId="{C4E357B1-7BFF-49B5-A393-BB9822F9E271}" type="parTrans" cxnId="{DA3EBAB6-8859-4EBB-AB33-F118E1C4A019}">
      <dgm:prSet/>
      <dgm:spPr/>
      <dgm:t>
        <a:bodyPr/>
        <a:lstStyle/>
        <a:p>
          <a:endParaRPr lang="en-US"/>
        </a:p>
      </dgm:t>
    </dgm:pt>
    <dgm:pt modelId="{BFDFD2CA-C81A-41FC-B26D-7F03806D2356}" type="sibTrans" cxnId="{DA3EBAB6-8859-4EBB-AB33-F118E1C4A019}">
      <dgm:prSet/>
      <dgm:spPr/>
      <dgm:t>
        <a:bodyPr/>
        <a:lstStyle/>
        <a:p>
          <a:endParaRPr lang="en-US"/>
        </a:p>
      </dgm:t>
    </dgm:pt>
    <dgm:pt modelId="{D582EB4C-A02E-44B8-B095-14CA556DB1DE}">
      <dgm:prSet/>
      <dgm:spPr/>
      <dgm:t>
        <a:bodyPr/>
        <a:lstStyle/>
        <a:p>
          <a:r>
            <a:rPr lang="pt-BR"/>
            <a:t>Apoio à formalização</a:t>
          </a:r>
          <a:endParaRPr lang="en-US"/>
        </a:p>
      </dgm:t>
    </dgm:pt>
    <dgm:pt modelId="{36219FB3-171A-45DB-948F-C8D61D5E7BBB}" type="parTrans" cxnId="{B462EAA7-E996-42B7-A73D-F08A17BB8FF8}">
      <dgm:prSet/>
      <dgm:spPr/>
      <dgm:t>
        <a:bodyPr/>
        <a:lstStyle/>
        <a:p>
          <a:endParaRPr lang="en-US"/>
        </a:p>
      </dgm:t>
    </dgm:pt>
    <dgm:pt modelId="{38E107F0-B4EB-4D4D-B079-30E8058B4D8E}" type="sibTrans" cxnId="{B462EAA7-E996-42B7-A73D-F08A17BB8FF8}">
      <dgm:prSet/>
      <dgm:spPr/>
      <dgm:t>
        <a:bodyPr/>
        <a:lstStyle/>
        <a:p>
          <a:endParaRPr lang="en-US"/>
        </a:p>
      </dgm:t>
    </dgm:pt>
    <dgm:pt modelId="{63D4EF82-A239-441E-86BE-1B06D895BEF7}">
      <dgm:prSet/>
      <dgm:spPr/>
      <dgm:t>
        <a:bodyPr/>
        <a:lstStyle/>
        <a:p>
          <a:r>
            <a:rPr lang="pt-BR"/>
            <a:t>Orientação financeira</a:t>
          </a:r>
          <a:endParaRPr lang="en-US"/>
        </a:p>
      </dgm:t>
    </dgm:pt>
    <dgm:pt modelId="{D7D84667-38DC-4562-8CAD-A9721304AEA0}" type="parTrans" cxnId="{27D0F252-EEF7-4FDC-9C9F-E1EB5B85A21D}">
      <dgm:prSet/>
      <dgm:spPr/>
      <dgm:t>
        <a:bodyPr/>
        <a:lstStyle/>
        <a:p>
          <a:endParaRPr lang="en-US"/>
        </a:p>
      </dgm:t>
    </dgm:pt>
    <dgm:pt modelId="{5532A886-7EC3-4B7C-BA73-7779D86C1449}" type="sibTrans" cxnId="{27D0F252-EEF7-4FDC-9C9F-E1EB5B85A21D}">
      <dgm:prSet/>
      <dgm:spPr/>
      <dgm:t>
        <a:bodyPr/>
        <a:lstStyle/>
        <a:p>
          <a:endParaRPr lang="en-US"/>
        </a:p>
      </dgm:t>
    </dgm:pt>
    <dgm:pt modelId="{28CF0C33-EC87-441D-90F5-B5BC5C7167CA}">
      <dgm:prSet/>
      <dgm:spPr/>
      <dgm:t>
        <a:bodyPr/>
        <a:lstStyle/>
        <a:p>
          <a:r>
            <a:rPr lang="pt-BR"/>
            <a:t>Marketing e vendas</a:t>
          </a:r>
          <a:endParaRPr lang="en-US"/>
        </a:p>
      </dgm:t>
    </dgm:pt>
    <dgm:pt modelId="{3B62467C-7C78-4720-A508-A7953F57DB80}" type="parTrans" cxnId="{56EC5309-AAD9-4103-844E-D49CD60C7D88}">
      <dgm:prSet/>
      <dgm:spPr/>
      <dgm:t>
        <a:bodyPr/>
        <a:lstStyle/>
        <a:p>
          <a:endParaRPr lang="en-US"/>
        </a:p>
      </dgm:t>
    </dgm:pt>
    <dgm:pt modelId="{88F13A48-AA49-4EB7-9386-5B5C8C4F5942}" type="sibTrans" cxnId="{56EC5309-AAD9-4103-844E-D49CD60C7D88}">
      <dgm:prSet/>
      <dgm:spPr/>
      <dgm:t>
        <a:bodyPr/>
        <a:lstStyle/>
        <a:p>
          <a:endParaRPr lang="en-US"/>
        </a:p>
      </dgm:t>
    </dgm:pt>
    <dgm:pt modelId="{4974E90F-5F41-47F0-898F-CD7DEEE2AA31}">
      <dgm:prSet/>
      <dgm:spPr/>
      <dgm:t>
        <a:bodyPr/>
        <a:lstStyle/>
        <a:p>
          <a:r>
            <a:rPr lang="pt-BR"/>
            <a:t>Planejamento do negócio.</a:t>
          </a:r>
          <a:endParaRPr lang="en-US"/>
        </a:p>
      </dgm:t>
    </dgm:pt>
    <dgm:pt modelId="{B0005D2F-4482-4CF9-86F7-1AA8D5570B56}" type="parTrans" cxnId="{49ED9E94-BC3F-44BC-B08D-40D7360959C3}">
      <dgm:prSet/>
      <dgm:spPr/>
      <dgm:t>
        <a:bodyPr/>
        <a:lstStyle/>
        <a:p>
          <a:endParaRPr lang="en-US"/>
        </a:p>
      </dgm:t>
    </dgm:pt>
    <dgm:pt modelId="{BAF4FB05-999F-4535-9749-7FCBD869CBF9}" type="sibTrans" cxnId="{49ED9E94-BC3F-44BC-B08D-40D7360959C3}">
      <dgm:prSet/>
      <dgm:spPr/>
      <dgm:t>
        <a:bodyPr/>
        <a:lstStyle/>
        <a:p>
          <a:endParaRPr lang="en-US"/>
        </a:p>
      </dgm:t>
    </dgm:pt>
    <dgm:pt modelId="{9417AAEC-4D02-4AE8-B027-A665A9BD0133}" type="pres">
      <dgm:prSet presAssocID="{A84B977B-F230-4AF1-9496-FB063C9C9599}" presName="vert0" presStyleCnt="0">
        <dgm:presLayoutVars>
          <dgm:dir/>
          <dgm:animOne val="branch"/>
          <dgm:animLvl val="lvl"/>
        </dgm:presLayoutVars>
      </dgm:prSet>
      <dgm:spPr/>
    </dgm:pt>
    <dgm:pt modelId="{A0E4BEE2-3771-4C60-8FF6-079F648FBAB1}" type="pres">
      <dgm:prSet presAssocID="{32A48FF7-49BE-4FC6-9A36-930062ABB7D2}" presName="thickLine" presStyleLbl="alignNode1" presStyleIdx="0" presStyleCnt="7"/>
      <dgm:spPr/>
    </dgm:pt>
    <dgm:pt modelId="{BD5C083D-0729-4377-A7AA-115C557A2451}" type="pres">
      <dgm:prSet presAssocID="{32A48FF7-49BE-4FC6-9A36-930062ABB7D2}" presName="horz1" presStyleCnt="0"/>
      <dgm:spPr/>
    </dgm:pt>
    <dgm:pt modelId="{C637B432-FB0C-4CC1-BE3B-196809120FA0}" type="pres">
      <dgm:prSet presAssocID="{32A48FF7-49BE-4FC6-9A36-930062ABB7D2}" presName="tx1" presStyleLbl="revTx" presStyleIdx="0" presStyleCnt="7"/>
      <dgm:spPr/>
    </dgm:pt>
    <dgm:pt modelId="{CF4D875C-D409-4D93-BA88-25D7FDA9EA3B}" type="pres">
      <dgm:prSet presAssocID="{32A48FF7-49BE-4FC6-9A36-930062ABB7D2}" presName="vert1" presStyleCnt="0"/>
      <dgm:spPr/>
    </dgm:pt>
    <dgm:pt modelId="{1DA09044-798D-48C2-8FB2-BF91012546D2}" type="pres">
      <dgm:prSet presAssocID="{42969D74-4583-4B5D-BB63-5EFF903DA8B6}" presName="thickLine" presStyleLbl="alignNode1" presStyleIdx="1" presStyleCnt="7"/>
      <dgm:spPr/>
    </dgm:pt>
    <dgm:pt modelId="{2A2D065E-3850-4019-80B1-421C58A28898}" type="pres">
      <dgm:prSet presAssocID="{42969D74-4583-4B5D-BB63-5EFF903DA8B6}" presName="horz1" presStyleCnt="0"/>
      <dgm:spPr/>
    </dgm:pt>
    <dgm:pt modelId="{D840B020-B830-49F8-9F88-5D49BD433917}" type="pres">
      <dgm:prSet presAssocID="{42969D74-4583-4B5D-BB63-5EFF903DA8B6}" presName="tx1" presStyleLbl="revTx" presStyleIdx="1" presStyleCnt="7"/>
      <dgm:spPr/>
    </dgm:pt>
    <dgm:pt modelId="{E993F962-2C76-4592-9BA4-A33D2FF20D35}" type="pres">
      <dgm:prSet presAssocID="{42969D74-4583-4B5D-BB63-5EFF903DA8B6}" presName="vert1" presStyleCnt="0"/>
      <dgm:spPr/>
    </dgm:pt>
    <dgm:pt modelId="{383C6DAC-0EB6-4D34-BA91-E7756B0D2732}" type="pres">
      <dgm:prSet presAssocID="{4733DBCB-B901-432A-A6D8-710B0644293E}" presName="thickLine" presStyleLbl="alignNode1" presStyleIdx="2" presStyleCnt="7"/>
      <dgm:spPr/>
    </dgm:pt>
    <dgm:pt modelId="{75A4189D-F169-4AD2-BEED-299F70FD826D}" type="pres">
      <dgm:prSet presAssocID="{4733DBCB-B901-432A-A6D8-710B0644293E}" presName="horz1" presStyleCnt="0"/>
      <dgm:spPr/>
    </dgm:pt>
    <dgm:pt modelId="{6A5D4C04-7C42-4FCE-8513-10A14A9DEBED}" type="pres">
      <dgm:prSet presAssocID="{4733DBCB-B901-432A-A6D8-710B0644293E}" presName="tx1" presStyleLbl="revTx" presStyleIdx="2" presStyleCnt="7"/>
      <dgm:spPr/>
    </dgm:pt>
    <dgm:pt modelId="{E5DB9D7C-195D-404A-9BD4-0E17469047C9}" type="pres">
      <dgm:prSet presAssocID="{4733DBCB-B901-432A-A6D8-710B0644293E}" presName="vert1" presStyleCnt="0"/>
      <dgm:spPr/>
    </dgm:pt>
    <dgm:pt modelId="{B96FBA4A-611E-4359-92A9-D8477D72863E}" type="pres">
      <dgm:prSet presAssocID="{D582EB4C-A02E-44B8-B095-14CA556DB1DE}" presName="thickLine" presStyleLbl="alignNode1" presStyleIdx="3" presStyleCnt="7"/>
      <dgm:spPr/>
    </dgm:pt>
    <dgm:pt modelId="{677C6FF5-4F64-4287-8ED7-FF9B228E1136}" type="pres">
      <dgm:prSet presAssocID="{D582EB4C-A02E-44B8-B095-14CA556DB1DE}" presName="horz1" presStyleCnt="0"/>
      <dgm:spPr/>
    </dgm:pt>
    <dgm:pt modelId="{D2476AAB-2B88-4346-8D6A-2463D8D90397}" type="pres">
      <dgm:prSet presAssocID="{D582EB4C-A02E-44B8-B095-14CA556DB1DE}" presName="tx1" presStyleLbl="revTx" presStyleIdx="3" presStyleCnt="7"/>
      <dgm:spPr/>
    </dgm:pt>
    <dgm:pt modelId="{971C2B89-8675-4F72-82BA-3E3E4254DD78}" type="pres">
      <dgm:prSet presAssocID="{D582EB4C-A02E-44B8-B095-14CA556DB1DE}" presName="vert1" presStyleCnt="0"/>
      <dgm:spPr/>
    </dgm:pt>
    <dgm:pt modelId="{2F14F96A-5DD9-46FB-8642-E19AA5649040}" type="pres">
      <dgm:prSet presAssocID="{63D4EF82-A239-441E-86BE-1B06D895BEF7}" presName="thickLine" presStyleLbl="alignNode1" presStyleIdx="4" presStyleCnt="7"/>
      <dgm:spPr/>
    </dgm:pt>
    <dgm:pt modelId="{CF38FD80-C4FC-4A05-8C90-33120F081991}" type="pres">
      <dgm:prSet presAssocID="{63D4EF82-A239-441E-86BE-1B06D895BEF7}" presName="horz1" presStyleCnt="0"/>
      <dgm:spPr/>
    </dgm:pt>
    <dgm:pt modelId="{A82891B8-5C8F-494C-874C-3EBFAA42D36B}" type="pres">
      <dgm:prSet presAssocID="{63D4EF82-A239-441E-86BE-1B06D895BEF7}" presName="tx1" presStyleLbl="revTx" presStyleIdx="4" presStyleCnt="7"/>
      <dgm:spPr/>
    </dgm:pt>
    <dgm:pt modelId="{D518A1E8-A995-4D81-8F5B-6A0ACBF4B2B4}" type="pres">
      <dgm:prSet presAssocID="{63D4EF82-A239-441E-86BE-1B06D895BEF7}" presName="vert1" presStyleCnt="0"/>
      <dgm:spPr/>
    </dgm:pt>
    <dgm:pt modelId="{86F21531-3A27-4AF8-A46E-34E48CF493CD}" type="pres">
      <dgm:prSet presAssocID="{28CF0C33-EC87-441D-90F5-B5BC5C7167CA}" presName="thickLine" presStyleLbl="alignNode1" presStyleIdx="5" presStyleCnt="7"/>
      <dgm:spPr/>
    </dgm:pt>
    <dgm:pt modelId="{6458FF4D-5EC9-4210-81C7-2615C46FC75A}" type="pres">
      <dgm:prSet presAssocID="{28CF0C33-EC87-441D-90F5-B5BC5C7167CA}" presName="horz1" presStyleCnt="0"/>
      <dgm:spPr/>
    </dgm:pt>
    <dgm:pt modelId="{9EFB0E0D-1F8E-420F-A093-A5770A5BC45B}" type="pres">
      <dgm:prSet presAssocID="{28CF0C33-EC87-441D-90F5-B5BC5C7167CA}" presName="tx1" presStyleLbl="revTx" presStyleIdx="5" presStyleCnt="7"/>
      <dgm:spPr/>
    </dgm:pt>
    <dgm:pt modelId="{B6805F99-C78D-41BB-B278-60A2EDCE0679}" type="pres">
      <dgm:prSet presAssocID="{28CF0C33-EC87-441D-90F5-B5BC5C7167CA}" presName="vert1" presStyleCnt="0"/>
      <dgm:spPr/>
    </dgm:pt>
    <dgm:pt modelId="{C3D9C16D-3F70-42F5-B480-00B0CB4EC7C2}" type="pres">
      <dgm:prSet presAssocID="{4974E90F-5F41-47F0-898F-CD7DEEE2AA31}" presName="thickLine" presStyleLbl="alignNode1" presStyleIdx="6" presStyleCnt="7"/>
      <dgm:spPr/>
    </dgm:pt>
    <dgm:pt modelId="{7FF4B0D2-F084-40FD-85F3-71ECB7D9DE56}" type="pres">
      <dgm:prSet presAssocID="{4974E90F-5F41-47F0-898F-CD7DEEE2AA31}" presName="horz1" presStyleCnt="0"/>
      <dgm:spPr/>
    </dgm:pt>
    <dgm:pt modelId="{A0184662-720B-4F38-B5A6-5A0E120722B1}" type="pres">
      <dgm:prSet presAssocID="{4974E90F-5F41-47F0-898F-CD7DEEE2AA31}" presName="tx1" presStyleLbl="revTx" presStyleIdx="6" presStyleCnt="7"/>
      <dgm:spPr/>
    </dgm:pt>
    <dgm:pt modelId="{8EBC4B08-1AA2-4D9B-8151-E20F926EDF63}" type="pres">
      <dgm:prSet presAssocID="{4974E90F-5F41-47F0-898F-CD7DEEE2AA31}" presName="vert1" presStyleCnt="0"/>
      <dgm:spPr/>
    </dgm:pt>
  </dgm:ptLst>
  <dgm:cxnLst>
    <dgm:cxn modelId="{56EC5309-AAD9-4103-844E-D49CD60C7D88}" srcId="{A84B977B-F230-4AF1-9496-FB063C9C9599}" destId="{28CF0C33-EC87-441D-90F5-B5BC5C7167CA}" srcOrd="5" destOrd="0" parTransId="{3B62467C-7C78-4720-A508-A7953F57DB80}" sibTransId="{88F13A48-AA49-4EB7-9386-5B5C8C4F5942}"/>
    <dgm:cxn modelId="{B2BF1A0A-24CF-459F-9919-468949ED126F}" type="presOf" srcId="{42969D74-4583-4B5D-BB63-5EFF903DA8B6}" destId="{D840B020-B830-49F8-9F88-5D49BD433917}" srcOrd="0" destOrd="0" presId="urn:microsoft.com/office/officeart/2008/layout/LinedList"/>
    <dgm:cxn modelId="{7F95200E-1CC9-4866-AA76-86253B5B5078}" srcId="{A84B977B-F230-4AF1-9496-FB063C9C9599}" destId="{42969D74-4583-4B5D-BB63-5EFF903DA8B6}" srcOrd="1" destOrd="0" parTransId="{B0FA228B-80F8-4906-96BC-049717019109}" sibTransId="{306B1355-2EC4-41FA-BB04-6E7C9B8E22E1}"/>
    <dgm:cxn modelId="{758B791C-E74E-4CC2-B6D4-4FFDD0670EB9}" type="presOf" srcId="{4733DBCB-B901-432A-A6D8-710B0644293E}" destId="{6A5D4C04-7C42-4FCE-8513-10A14A9DEBED}" srcOrd="0" destOrd="0" presId="urn:microsoft.com/office/officeart/2008/layout/LinedList"/>
    <dgm:cxn modelId="{2A303E23-956F-42D9-BDF0-FD8EABC7AC01}" srcId="{A84B977B-F230-4AF1-9496-FB063C9C9599}" destId="{32A48FF7-49BE-4FC6-9A36-930062ABB7D2}" srcOrd="0" destOrd="0" parTransId="{F8BEE9DC-05B4-4550-8F7A-CAF0370F85FD}" sibTransId="{666C9209-DF93-4C77-B321-179938EBEE50}"/>
    <dgm:cxn modelId="{27D0F252-EEF7-4FDC-9C9F-E1EB5B85A21D}" srcId="{A84B977B-F230-4AF1-9496-FB063C9C9599}" destId="{63D4EF82-A239-441E-86BE-1B06D895BEF7}" srcOrd="4" destOrd="0" parTransId="{D7D84667-38DC-4562-8CAD-A9721304AEA0}" sibTransId="{5532A886-7EC3-4B7C-BA73-7779D86C1449}"/>
    <dgm:cxn modelId="{CD42A07E-6276-4DEE-A159-F89FF51A2959}" type="presOf" srcId="{4974E90F-5F41-47F0-898F-CD7DEEE2AA31}" destId="{A0184662-720B-4F38-B5A6-5A0E120722B1}" srcOrd="0" destOrd="0" presId="urn:microsoft.com/office/officeart/2008/layout/LinedList"/>
    <dgm:cxn modelId="{B51C198B-813C-4F34-9E57-49D6E3FA6EA2}" type="presOf" srcId="{28CF0C33-EC87-441D-90F5-B5BC5C7167CA}" destId="{9EFB0E0D-1F8E-420F-A093-A5770A5BC45B}" srcOrd="0" destOrd="0" presId="urn:microsoft.com/office/officeart/2008/layout/LinedList"/>
    <dgm:cxn modelId="{49ED9E94-BC3F-44BC-B08D-40D7360959C3}" srcId="{A84B977B-F230-4AF1-9496-FB063C9C9599}" destId="{4974E90F-5F41-47F0-898F-CD7DEEE2AA31}" srcOrd="6" destOrd="0" parTransId="{B0005D2F-4482-4CF9-86F7-1AA8D5570B56}" sibTransId="{BAF4FB05-999F-4535-9749-7FCBD869CBF9}"/>
    <dgm:cxn modelId="{23966398-62CE-47E6-BD64-11B2B9FD0ED1}" type="presOf" srcId="{32A48FF7-49BE-4FC6-9A36-930062ABB7D2}" destId="{C637B432-FB0C-4CC1-BE3B-196809120FA0}" srcOrd="0" destOrd="0" presId="urn:microsoft.com/office/officeart/2008/layout/LinedList"/>
    <dgm:cxn modelId="{058F9C99-FC81-4856-BC20-2C531E67483F}" type="presOf" srcId="{63D4EF82-A239-441E-86BE-1B06D895BEF7}" destId="{A82891B8-5C8F-494C-874C-3EBFAA42D36B}" srcOrd="0" destOrd="0" presId="urn:microsoft.com/office/officeart/2008/layout/LinedList"/>
    <dgm:cxn modelId="{B462EAA7-E996-42B7-A73D-F08A17BB8FF8}" srcId="{A84B977B-F230-4AF1-9496-FB063C9C9599}" destId="{D582EB4C-A02E-44B8-B095-14CA556DB1DE}" srcOrd="3" destOrd="0" parTransId="{36219FB3-171A-45DB-948F-C8D61D5E7BBB}" sibTransId="{38E107F0-B4EB-4D4D-B079-30E8058B4D8E}"/>
    <dgm:cxn modelId="{DA3EBAB6-8859-4EBB-AB33-F118E1C4A019}" srcId="{A84B977B-F230-4AF1-9496-FB063C9C9599}" destId="{4733DBCB-B901-432A-A6D8-710B0644293E}" srcOrd="2" destOrd="0" parTransId="{C4E357B1-7BFF-49B5-A393-BB9822F9E271}" sibTransId="{BFDFD2CA-C81A-41FC-B26D-7F03806D2356}"/>
    <dgm:cxn modelId="{715754CC-ACE5-41B2-A97C-38F6FEFCAA00}" type="presOf" srcId="{D582EB4C-A02E-44B8-B095-14CA556DB1DE}" destId="{D2476AAB-2B88-4346-8D6A-2463D8D90397}" srcOrd="0" destOrd="0" presId="urn:microsoft.com/office/officeart/2008/layout/LinedList"/>
    <dgm:cxn modelId="{E7CC91E4-0D08-4AFB-A552-75AF366836FC}" type="presOf" srcId="{A84B977B-F230-4AF1-9496-FB063C9C9599}" destId="{9417AAEC-4D02-4AE8-B027-A665A9BD0133}" srcOrd="0" destOrd="0" presId="urn:microsoft.com/office/officeart/2008/layout/LinedList"/>
    <dgm:cxn modelId="{7ECC9C31-BD5C-4FFD-9226-B24188FCDD06}" type="presParOf" srcId="{9417AAEC-4D02-4AE8-B027-A665A9BD0133}" destId="{A0E4BEE2-3771-4C60-8FF6-079F648FBAB1}" srcOrd="0" destOrd="0" presId="urn:microsoft.com/office/officeart/2008/layout/LinedList"/>
    <dgm:cxn modelId="{E7AF1FE2-EFC6-41FF-AD46-5BA76071B3CB}" type="presParOf" srcId="{9417AAEC-4D02-4AE8-B027-A665A9BD0133}" destId="{BD5C083D-0729-4377-A7AA-115C557A2451}" srcOrd="1" destOrd="0" presId="urn:microsoft.com/office/officeart/2008/layout/LinedList"/>
    <dgm:cxn modelId="{74B28FD9-7DAC-40D7-9EE5-BEAA545ACDF7}" type="presParOf" srcId="{BD5C083D-0729-4377-A7AA-115C557A2451}" destId="{C637B432-FB0C-4CC1-BE3B-196809120FA0}" srcOrd="0" destOrd="0" presId="urn:microsoft.com/office/officeart/2008/layout/LinedList"/>
    <dgm:cxn modelId="{47F5D630-4850-4715-B0C5-BFCB52D059F7}" type="presParOf" srcId="{BD5C083D-0729-4377-A7AA-115C557A2451}" destId="{CF4D875C-D409-4D93-BA88-25D7FDA9EA3B}" srcOrd="1" destOrd="0" presId="urn:microsoft.com/office/officeart/2008/layout/LinedList"/>
    <dgm:cxn modelId="{EB2E8B30-CAA0-4BD9-945C-3DC3D421B619}" type="presParOf" srcId="{9417AAEC-4D02-4AE8-B027-A665A9BD0133}" destId="{1DA09044-798D-48C2-8FB2-BF91012546D2}" srcOrd="2" destOrd="0" presId="urn:microsoft.com/office/officeart/2008/layout/LinedList"/>
    <dgm:cxn modelId="{40806C80-165A-4F09-BDA2-74D8D9D2252A}" type="presParOf" srcId="{9417AAEC-4D02-4AE8-B027-A665A9BD0133}" destId="{2A2D065E-3850-4019-80B1-421C58A28898}" srcOrd="3" destOrd="0" presId="urn:microsoft.com/office/officeart/2008/layout/LinedList"/>
    <dgm:cxn modelId="{5C5EF1CD-5A50-409A-99BC-AF4AF25411E5}" type="presParOf" srcId="{2A2D065E-3850-4019-80B1-421C58A28898}" destId="{D840B020-B830-49F8-9F88-5D49BD433917}" srcOrd="0" destOrd="0" presId="urn:microsoft.com/office/officeart/2008/layout/LinedList"/>
    <dgm:cxn modelId="{EC8E44BA-8ED5-4FF8-806A-C4B0D2E2D0D9}" type="presParOf" srcId="{2A2D065E-3850-4019-80B1-421C58A28898}" destId="{E993F962-2C76-4592-9BA4-A33D2FF20D35}" srcOrd="1" destOrd="0" presId="urn:microsoft.com/office/officeart/2008/layout/LinedList"/>
    <dgm:cxn modelId="{9E026EA8-DC3E-4D35-8E92-9DE7E0D03D32}" type="presParOf" srcId="{9417AAEC-4D02-4AE8-B027-A665A9BD0133}" destId="{383C6DAC-0EB6-4D34-BA91-E7756B0D2732}" srcOrd="4" destOrd="0" presId="urn:microsoft.com/office/officeart/2008/layout/LinedList"/>
    <dgm:cxn modelId="{B76806E0-2D8C-4EEB-B097-18F7DC2BC1EF}" type="presParOf" srcId="{9417AAEC-4D02-4AE8-B027-A665A9BD0133}" destId="{75A4189D-F169-4AD2-BEED-299F70FD826D}" srcOrd="5" destOrd="0" presId="urn:microsoft.com/office/officeart/2008/layout/LinedList"/>
    <dgm:cxn modelId="{FE66E0A9-AE28-4EB7-9536-A4A0EC55567E}" type="presParOf" srcId="{75A4189D-F169-4AD2-BEED-299F70FD826D}" destId="{6A5D4C04-7C42-4FCE-8513-10A14A9DEBED}" srcOrd="0" destOrd="0" presId="urn:microsoft.com/office/officeart/2008/layout/LinedList"/>
    <dgm:cxn modelId="{86AF697E-132C-4028-B4DF-169F2F67CB8B}" type="presParOf" srcId="{75A4189D-F169-4AD2-BEED-299F70FD826D}" destId="{E5DB9D7C-195D-404A-9BD4-0E17469047C9}" srcOrd="1" destOrd="0" presId="urn:microsoft.com/office/officeart/2008/layout/LinedList"/>
    <dgm:cxn modelId="{3AD9835C-6B52-4EB2-9720-02C5F635ADFF}" type="presParOf" srcId="{9417AAEC-4D02-4AE8-B027-A665A9BD0133}" destId="{B96FBA4A-611E-4359-92A9-D8477D72863E}" srcOrd="6" destOrd="0" presId="urn:microsoft.com/office/officeart/2008/layout/LinedList"/>
    <dgm:cxn modelId="{89D1DF5E-7CF8-4A3E-8FC5-A7B2CFF4486B}" type="presParOf" srcId="{9417AAEC-4D02-4AE8-B027-A665A9BD0133}" destId="{677C6FF5-4F64-4287-8ED7-FF9B228E1136}" srcOrd="7" destOrd="0" presId="urn:microsoft.com/office/officeart/2008/layout/LinedList"/>
    <dgm:cxn modelId="{2F8E8330-2175-49C5-9D41-2C3810B35B6F}" type="presParOf" srcId="{677C6FF5-4F64-4287-8ED7-FF9B228E1136}" destId="{D2476AAB-2B88-4346-8D6A-2463D8D90397}" srcOrd="0" destOrd="0" presId="urn:microsoft.com/office/officeart/2008/layout/LinedList"/>
    <dgm:cxn modelId="{C8C3E316-6F2C-4A89-AB58-FDA873C01303}" type="presParOf" srcId="{677C6FF5-4F64-4287-8ED7-FF9B228E1136}" destId="{971C2B89-8675-4F72-82BA-3E3E4254DD78}" srcOrd="1" destOrd="0" presId="urn:microsoft.com/office/officeart/2008/layout/LinedList"/>
    <dgm:cxn modelId="{A9FF5900-BAFF-4AD9-AA2C-5A6218ABDC34}" type="presParOf" srcId="{9417AAEC-4D02-4AE8-B027-A665A9BD0133}" destId="{2F14F96A-5DD9-46FB-8642-E19AA5649040}" srcOrd="8" destOrd="0" presId="urn:microsoft.com/office/officeart/2008/layout/LinedList"/>
    <dgm:cxn modelId="{ACF31E1F-F8A6-4976-BE71-2FE789F88E65}" type="presParOf" srcId="{9417AAEC-4D02-4AE8-B027-A665A9BD0133}" destId="{CF38FD80-C4FC-4A05-8C90-33120F081991}" srcOrd="9" destOrd="0" presId="urn:microsoft.com/office/officeart/2008/layout/LinedList"/>
    <dgm:cxn modelId="{FE9F5744-442D-4417-9DC5-D90C75AFF69D}" type="presParOf" srcId="{CF38FD80-C4FC-4A05-8C90-33120F081991}" destId="{A82891B8-5C8F-494C-874C-3EBFAA42D36B}" srcOrd="0" destOrd="0" presId="urn:microsoft.com/office/officeart/2008/layout/LinedList"/>
    <dgm:cxn modelId="{944DD37C-80C7-431D-BFCE-B5BC60B48675}" type="presParOf" srcId="{CF38FD80-C4FC-4A05-8C90-33120F081991}" destId="{D518A1E8-A995-4D81-8F5B-6A0ACBF4B2B4}" srcOrd="1" destOrd="0" presId="urn:microsoft.com/office/officeart/2008/layout/LinedList"/>
    <dgm:cxn modelId="{81998967-71EB-4220-9A9F-1947589AF560}" type="presParOf" srcId="{9417AAEC-4D02-4AE8-B027-A665A9BD0133}" destId="{86F21531-3A27-4AF8-A46E-34E48CF493CD}" srcOrd="10" destOrd="0" presId="urn:microsoft.com/office/officeart/2008/layout/LinedList"/>
    <dgm:cxn modelId="{AFE94E66-300D-4831-9A14-1FA92FD37C9C}" type="presParOf" srcId="{9417AAEC-4D02-4AE8-B027-A665A9BD0133}" destId="{6458FF4D-5EC9-4210-81C7-2615C46FC75A}" srcOrd="11" destOrd="0" presId="urn:microsoft.com/office/officeart/2008/layout/LinedList"/>
    <dgm:cxn modelId="{575FED18-694F-44BA-B8BA-C3689C807F5E}" type="presParOf" srcId="{6458FF4D-5EC9-4210-81C7-2615C46FC75A}" destId="{9EFB0E0D-1F8E-420F-A093-A5770A5BC45B}" srcOrd="0" destOrd="0" presId="urn:microsoft.com/office/officeart/2008/layout/LinedList"/>
    <dgm:cxn modelId="{CEDBF864-3E3F-448B-A835-1A47E4717580}" type="presParOf" srcId="{6458FF4D-5EC9-4210-81C7-2615C46FC75A}" destId="{B6805F99-C78D-41BB-B278-60A2EDCE0679}" srcOrd="1" destOrd="0" presId="urn:microsoft.com/office/officeart/2008/layout/LinedList"/>
    <dgm:cxn modelId="{068CE0A1-D50C-4298-B752-B9CFFE2B43DD}" type="presParOf" srcId="{9417AAEC-4D02-4AE8-B027-A665A9BD0133}" destId="{C3D9C16D-3F70-42F5-B480-00B0CB4EC7C2}" srcOrd="12" destOrd="0" presId="urn:microsoft.com/office/officeart/2008/layout/LinedList"/>
    <dgm:cxn modelId="{FD2E5117-C4EB-4125-BD31-771343572AA6}" type="presParOf" srcId="{9417AAEC-4D02-4AE8-B027-A665A9BD0133}" destId="{7FF4B0D2-F084-40FD-85F3-71ECB7D9DE56}" srcOrd="13" destOrd="0" presId="urn:microsoft.com/office/officeart/2008/layout/LinedList"/>
    <dgm:cxn modelId="{4EA82BD2-2080-4229-AF02-8678EE2F9F42}" type="presParOf" srcId="{7FF4B0D2-F084-40FD-85F3-71ECB7D9DE56}" destId="{A0184662-720B-4F38-B5A6-5A0E120722B1}" srcOrd="0" destOrd="0" presId="urn:microsoft.com/office/officeart/2008/layout/LinedList"/>
    <dgm:cxn modelId="{1E6E5EDF-1A93-41A7-873C-911F94535D65}" type="presParOf" srcId="{7FF4B0D2-F084-40FD-85F3-71ECB7D9DE56}" destId="{8EBC4B08-1AA2-4D9B-8151-E20F926EDF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84B977B-F230-4AF1-9496-FB063C9C959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2A48FF7-49BE-4FC6-9A36-930062ABB7D2}">
      <dgm:prSet/>
      <dgm:spPr/>
      <dgm:t>
        <a:bodyPr/>
        <a:lstStyle/>
        <a:p>
          <a:r>
            <a:rPr lang="pt-BR" dirty="0"/>
            <a:t>Cursos profissionalizantes</a:t>
          </a:r>
          <a:endParaRPr lang="en-US" dirty="0"/>
        </a:p>
      </dgm:t>
    </dgm:pt>
    <dgm:pt modelId="{F8BEE9DC-05B4-4550-8F7A-CAF0370F85FD}" type="parTrans" cxnId="{2A303E23-956F-42D9-BDF0-FD8EABC7AC01}">
      <dgm:prSet/>
      <dgm:spPr/>
      <dgm:t>
        <a:bodyPr/>
        <a:lstStyle/>
        <a:p>
          <a:endParaRPr lang="en-US"/>
        </a:p>
      </dgm:t>
    </dgm:pt>
    <dgm:pt modelId="{666C9209-DF93-4C77-B321-179938EBEE50}" type="sibTrans" cxnId="{2A303E23-956F-42D9-BDF0-FD8EABC7AC01}">
      <dgm:prSet/>
      <dgm:spPr/>
      <dgm:t>
        <a:bodyPr/>
        <a:lstStyle/>
        <a:p>
          <a:endParaRPr lang="en-US"/>
        </a:p>
      </dgm:t>
    </dgm:pt>
    <dgm:pt modelId="{42969D74-4583-4B5D-BB63-5EFF903DA8B6}">
      <dgm:prSet/>
      <dgm:spPr/>
      <dgm:t>
        <a:bodyPr/>
        <a:lstStyle/>
        <a:p>
          <a:pPr>
            <a:buNone/>
          </a:pPr>
          <a:r>
            <a:rPr lang="pt-BR" dirty="0"/>
            <a:t>Atualização profissional</a:t>
          </a:r>
          <a:endParaRPr lang="en-US" dirty="0"/>
        </a:p>
      </dgm:t>
    </dgm:pt>
    <dgm:pt modelId="{B0FA228B-80F8-4906-96BC-049717019109}" type="parTrans" cxnId="{7F95200E-1CC9-4866-AA76-86253B5B5078}">
      <dgm:prSet/>
      <dgm:spPr/>
      <dgm:t>
        <a:bodyPr/>
        <a:lstStyle/>
        <a:p>
          <a:endParaRPr lang="en-US"/>
        </a:p>
      </dgm:t>
    </dgm:pt>
    <dgm:pt modelId="{306B1355-2EC4-41FA-BB04-6E7C9B8E22E1}" type="sibTrans" cxnId="{7F95200E-1CC9-4866-AA76-86253B5B5078}">
      <dgm:prSet/>
      <dgm:spPr/>
      <dgm:t>
        <a:bodyPr/>
        <a:lstStyle/>
        <a:p>
          <a:endParaRPr lang="en-US"/>
        </a:p>
      </dgm:t>
    </dgm:pt>
    <dgm:pt modelId="{4733DBCB-B901-432A-A6D8-710B0644293E}">
      <dgm:prSet/>
      <dgm:spPr/>
      <dgm:t>
        <a:bodyPr/>
        <a:lstStyle/>
        <a:p>
          <a:r>
            <a:rPr lang="pt-BR" dirty="0"/>
            <a:t>Desenvolvimento de habilidades técnicas</a:t>
          </a:r>
          <a:endParaRPr lang="en-US" dirty="0"/>
        </a:p>
      </dgm:t>
    </dgm:pt>
    <dgm:pt modelId="{C4E357B1-7BFF-49B5-A393-BB9822F9E271}" type="parTrans" cxnId="{DA3EBAB6-8859-4EBB-AB33-F118E1C4A019}">
      <dgm:prSet/>
      <dgm:spPr/>
      <dgm:t>
        <a:bodyPr/>
        <a:lstStyle/>
        <a:p>
          <a:endParaRPr lang="en-US"/>
        </a:p>
      </dgm:t>
    </dgm:pt>
    <dgm:pt modelId="{BFDFD2CA-C81A-41FC-B26D-7F03806D2356}" type="sibTrans" cxnId="{DA3EBAB6-8859-4EBB-AB33-F118E1C4A019}">
      <dgm:prSet/>
      <dgm:spPr/>
      <dgm:t>
        <a:bodyPr/>
        <a:lstStyle/>
        <a:p>
          <a:endParaRPr lang="en-US"/>
        </a:p>
      </dgm:t>
    </dgm:pt>
    <dgm:pt modelId="{D582EB4C-A02E-44B8-B095-14CA556DB1DE}">
      <dgm:prSet/>
      <dgm:spPr/>
      <dgm:t>
        <a:bodyPr/>
        <a:lstStyle/>
        <a:p>
          <a:r>
            <a:rPr lang="pt-BR" dirty="0"/>
            <a:t>Capacitação em atendimento humanizado</a:t>
          </a:r>
          <a:endParaRPr lang="en-US" dirty="0"/>
        </a:p>
      </dgm:t>
    </dgm:pt>
    <dgm:pt modelId="{36219FB3-171A-45DB-948F-C8D61D5E7BBB}" type="parTrans" cxnId="{B462EAA7-E996-42B7-A73D-F08A17BB8FF8}">
      <dgm:prSet/>
      <dgm:spPr/>
      <dgm:t>
        <a:bodyPr/>
        <a:lstStyle/>
        <a:p>
          <a:endParaRPr lang="en-US"/>
        </a:p>
      </dgm:t>
    </dgm:pt>
    <dgm:pt modelId="{38E107F0-B4EB-4D4D-B079-30E8058B4D8E}" type="sibTrans" cxnId="{B462EAA7-E996-42B7-A73D-F08A17BB8FF8}">
      <dgm:prSet/>
      <dgm:spPr/>
      <dgm:t>
        <a:bodyPr/>
        <a:lstStyle/>
        <a:p>
          <a:endParaRPr lang="en-US"/>
        </a:p>
      </dgm:t>
    </dgm:pt>
    <dgm:pt modelId="{63D4EF82-A239-441E-86BE-1B06D895BEF7}">
      <dgm:prSet/>
      <dgm:spPr/>
      <dgm:t>
        <a:bodyPr/>
        <a:lstStyle/>
        <a:p>
          <a:r>
            <a:rPr lang="pt-BR" dirty="0"/>
            <a:t>Formação complementa</a:t>
          </a:r>
          <a:endParaRPr lang="en-US" dirty="0"/>
        </a:p>
      </dgm:t>
    </dgm:pt>
    <dgm:pt modelId="{D7D84667-38DC-4562-8CAD-A9721304AEA0}" type="parTrans" cxnId="{27D0F252-EEF7-4FDC-9C9F-E1EB5B85A21D}">
      <dgm:prSet/>
      <dgm:spPr/>
      <dgm:t>
        <a:bodyPr/>
        <a:lstStyle/>
        <a:p>
          <a:endParaRPr lang="en-US"/>
        </a:p>
      </dgm:t>
    </dgm:pt>
    <dgm:pt modelId="{5532A886-7EC3-4B7C-BA73-7779D86C1449}" type="sibTrans" cxnId="{27D0F252-EEF7-4FDC-9C9F-E1EB5B85A21D}">
      <dgm:prSet/>
      <dgm:spPr/>
      <dgm:t>
        <a:bodyPr/>
        <a:lstStyle/>
        <a:p>
          <a:endParaRPr lang="en-US"/>
        </a:p>
      </dgm:t>
    </dgm:pt>
    <dgm:pt modelId="{9417AAEC-4D02-4AE8-B027-A665A9BD0133}" type="pres">
      <dgm:prSet presAssocID="{A84B977B-F230-4AF1-9496-FB063C9C9599}" presName="vert0" presStyleCnt="0">
        <dgm:presLayoutVars>
          <dgm:dir/>
          <dgm:animOne val="branch"/>
          <dgm:animLvl val="lvl"/>
        </dgm:presLayoutVars>
      </dgm:prSet>
      <dgm:spPr/>
    </dgm:pt>
    <dgm:pt modelId="{A0E4BEE2-3771-4C60-8FF6-079F648FBAB1}" type="pres">
      <dgm:prSet presAssocID="{32A48FF7-49BE-4FC6-9A36-930062ABB7D2}" presName="thickLine" presStyleLbl="alignNode1" presStyleIdx="0" presStyleCnt="5"/>
      <dgm:spPr/>
    </dgm:pt>
    <dgm:pt modelId="{BD5C083D-0729-4377-A7AA-115C557A2451}" type="pres">
      <dgm:prSet presAssocID="{32A48FF7-49BE-4FC6-9A36-930062ABB7D2}" presName="horz1" presStyleCnt="0"/>
      <dgm:spPr/>
    </dgm:pt>
    <dgm:pt modelId="{C637B432-FB0C-4CC1-BE3B-196809120FA0}" type="pres">
      <dgm:prSet presAssocID="{32A48FF7-49BE-4FC6-9A36-930062ABB7D2}" presName="tx1" presStyleLbl="revTx" presStyleIdx="0" presStyleCnt="5"/>
      <dgm:spPr/>
    </dgm:pt>
    <dgm:pt modelId="{CF4D875C-D409-4D93-BA88-25D7FDA9EA3B}" type="pres">
      <dgm:prSet presAssocID="{32A48FF7-49BE-4FC6-9A36-930062ABB7D2}" presName="vert1" presStyleCnt="0"/>
      <dgm:spPr/>
    </dgm:pt>
    <dgm:pt modelId="{1DA09044-798D-48C2-8FB2-BF91012546D2}" type="pres">
      <dgm:prSet presAssocID="{42969D74-4583-4B5D-BB63-5EFF903DA8B6}" presName="thickLine" presStyleLbl="alignNode1" presStyleIdx="1" presStyleCnt="5"/>
      <dgm:spPr/>
    </dgm:pt>
    <dgm:pt modelId="{2A2D065E-3850-4019-80B1-421C58A28898}" type="pres">
      <dgm:prSet presAssocID="{42969D74-4583-4B5D-BB63-5EFF903DA8B6}" presName="horz1" presStyleCnt="0"/>
      <dgm:spPr/>
    </dgm:pt>
    <dgm:pt modelId="{D840B020-B830-49F8-9F88-5D49BD433917}" type="pres">
      <dgm:prSet presAssocID="{42969D74-4583-4B5D-BB63-5EFF903DA8B6}" presName="tx1" presStyleLbl="revTx" presStyleIdx="1" presStyleCnt="5"/>
      <dgm:spPr/>
    </dgm:pt>
    <dgm:pt modelId="{E993F962-2C76-4592-9BA4-A33D2FF20D35}" type="pres">
      <dgm:prSet presAssocID="{42969D74-4583-4B5D-BB63-5EFF903DA8B6}" presName="vert1" presStyleCnt="0"/>
      <dgm:spPr/>
    </dgm:pt>
    <dgm:pt modelId="{383C6DAC-0EB6-4D34-BA91-E7756B0D2732}" type="pres">
      <dgm:prSet presAssocID="{4733DBCB-B901-432A-A6D8-710B0644293E}" presName="thickLine" presStyleLbl="alignNode1" presStyleIdx="2" presStyleCnt="5"/>
      <dgm:spPr/>
    </dgm:pt>
    <dgm:pt modelId="{75A4189D-F169-4AD2-BEED-299F70FD826D}" type="pres">
      <dgm:prSet presAssocID="{4733DBCB-B901-432A-A6D8-710B0644293E}" presName="horz1" presStyleCnt="0"/>
      <dgm:spPr/>
    </dgm:pt>
    <dgm:pt modelId="{6A5D4C04-7C42-4FCE-8513-10A14A9DEBED}" type="pres">
      <dgm:prSet presAssocID="{4733DBCB-B901-432A-A6D8-710B0644293E}" presName="tx1" presStyleLbl="revTx" presStyleIdx="2" presStyleCnt="5"/>
      <dgm:spPr/>
    </dgm:pt>
    <dgm:pt modelId="{E5DB9D7C-195D-404A-9BD4-0E17469047C9}" type="pres">
      <dgm:prSet presAssocID="{4733DBCB-B901-432A-A6D8-710B0644293E}" presName="vert1" presStyleCnt="0"/>
      <dgm:spPr/>
    </dgm:pt>
    <dgm:pt modelId="{B96FBA4A-611E-4359-92A9-D8477D72863E}" type="pres">
      <dgm:prSet presAssocID="{D582EB4C-A02E-44B8-B095-14CA556DB1DE}" presName="thickLine" presStyleLbl="alignNode1" presStyleIdx="3" presStyleCnt="5"/>
      <dgm:spPr/>
    </dgm:pt>
    <dgm:pt modelId="{677C6FF5-4F64-4287-8ED7-FF9B228E1136}" type="pres">
      <dgm:prSet presAssocID="{D582EB4C-A02E-44B8-B095-14CA556DB1DE}" presName="horz1" presStyleCnt="0"/>
      <dgm:spPr/>
    </dgm:pt>
    <dgm:pt modelId="{D2476AAB-2B88-4346-8D6A-2463D8D90397}" type="pres">
      <dgm:prSet presAssocID="{D582EB4C-A02E-44B8-B095-14CA556DB1DE}" presName="tx1" presStyleLbl="revTx" presStyleIdx="3" presStyleCnt="5"/>
      <dgm:spPr/>
    </dgm:pt>
    <dgm:pt modelId="{971C2B89-8675-4F72-82BA-3E3E4254DD78}" type="pres">
      <dgm:prSet presAssocID="{D582EB4C-A02E-44B8-B095-14CA556DB1DE}" presName="vert1" presStyleCnt="0"/>
      <dgm:spPr/>
    </dgm:pt>
    <dgm:pt modelId="{2F14F96A-5DD9-46FB-8642-E19AA5649040}" type="pres">
      <dgm:prSet presAssocID="{63D4EF82-A239-441E-86BE-1B06D895BEF7}" presName="thickLine" presStyleLbl="alignNode1" presStyleIdx="4" presStyleCnt="5"/>
      <dgm:spPr/>
    </dgm:pt>
    <dgm:pt modelId="{CF38FD80-C4FC-4A05-8C90-33120F081991}" type="pres">
      <dgm:prSet presAssocID="{63D4EF82-A239-441E-86BE-1B06D895BEF7}" presName="horz1" presStyleCnt="0"/>
      <dgm:spPr/>
    </dgm:pt>
    <dgm:pt modelId="{A82891B8-5C8F-494C-874C-3EBFAA42D36B}" type="pres">
      <dgm:prSet presAssocID="{63D4EF82-A239-441E-86BE-1B06D895BEF7}" presName="tx1" presStyleLbl="revTx" presStyleIdx="4" presStyleCnt="5"/>
      <dgm:spPr/>
    </dgm:pt>
    <dgm:pt modelId="{D518A1E8-A995-4D81-8F5B-6A0ACBF4B2B4}" type="pres">
      <dgm:prSet presAssocID="{63D4EF82-A239-441E-86BE-1B06D895BEF7}" presName="vert1" presStyleCnt="0"/>
      <dgm:spPr/>
    </dgm:pt>
  </dgm:ptLst>
  <dgm:cxnLst>
    <dgm:cxn modelId="{B2BF1A0A-24CF-459F-9919-468949ED126F}" type="presOf" srcId="{42969D74-4583-4B5D-BB63-5EFF903DA8B6}" destId="{D840B020-B830-49F8-9F88-5D49BD433917}" srcOrd="0" destOrd="0" presId="urn:microsoft.com/office/officeart/2008/layout/LinedList"/>
    <dgm:cxn modelId="{7F95200E-1CC9-4866-AA76-86253B5B5078}" srcId="{A84B977B-F230-4AF1-9496-FB063C9C9599}" destId="{42969D74-4583-4B5D-BB63-5EFF903DA8B6}" srcOrd="1" destOrd="0" parTransId="{B0FA228B-80F8-4906-96BC-049717019109}" sibTransId="{306B1355-2EC4-41FA-BB04-6E7C9B8E22E1}"/>
    <dgm:cxn modelId="{758B791C-E74E-4CC2-B6D4-4FFDD0670EB9}" type="presOf" srcId="{4733DBCB-B901-432A-A6D8-710B0644293E}" destId="{6A5D4C04-7C42-4FCE-8513-10A14A9DEBED}" srcOrd="0" destOrd="0" presId="urn:microsoft.com/office/officeart/2008/layout/LinedList"/>
    <dgm:cxn modelId="{2A303E23-956F-42D9-BDF0-FD8EABC7AC01}" srcId="{A84B977B-F230-4AF1-9496-FB063C9C9599}" destId="{32A48FF7-49BE-4FC6-9A36-930062ABB7D2}" srcOrd="0" destOrd="0" parTransId="{F8BEE9DC-05B4-4550-8F7A-CAF0370F85FD}" sibTransId="{666C9209-DF93-4C77-B321-179938EBEE50}"/>
    <dgm:cxn modelId="{27D0F252-EEF7-4FDC-9C9F-E1EB5B85A21D}" srcId="{A84B977B-F230-4AF1-9496-FB063C9C9599}" destId="{63D4EF82-A239-441E-86BE-1B06D895BEF7}" srcOrd="4" destOrd="0" parTransId="{D7D84667-38DC-4562-8CAD-A9721304AEA0}" sibTransId="{5532A886-7EC3-4B7C-BA73-7779D86C1449}"/>
    <dgm:cxn modelId="{23966398-62CE-47E6-BD64-11B2B9FD0ED1}" type="presOf" srcId="{32A48FF7-49BE-4FC6-9A36-930062ABB7D2}" destId="{C637B432-FB0C-4CC1-BE3B-196809120FA0}" srcOrd="0" destOrd="0" presId="urn:microsoft.com/office/officeart/2008/layout/LinedList"/>
    <dgm:cxn modelId="{058F9C99-FC81-4856-BC20-2C531E67483F}" type="presOf" srcId="{63D4EF82-A239-441E-86BE-1B06D895BEF7}" destId="{A82891B8-5C8F-494C-874C-3EBFAA42D36B}" srcOrd="0" destOrd="0" presId="urn:microsoft.com/office/officeart/2008/layout/LinedList"/>
    <dgm:cxn modelId="{B462EAA7-E996-42B7-A73D-F08A17BB8FF8}" srcId="{A84B977B-F230-4AF1-9496-FB063C9C9599}" destId="{D582EB4C-A02E-44B8-B095-14CA556DB1DE}" srcOrd="3" destOrd="0" parTransId="{36219FB3-171A-45DB-948F-C8D61D5E7BBB}" sibTransId="{38E107F0-B4EB-4D4D-B079-30E8058B4D8E}"/>
    <dgm:cxn modelId="{DA3EBAB6-8859-4EBB-AB33-F118E1C4A019}" srcId="{A84B977B-F230-4AF1-9496-FB063C9C9599}" destId="{4733DBCB-B901-432A-A6D8-710B0644293E}" srcOrd="2" destOrd="0" parTransId="{C4E357B1-7BFF-49B5-A393-BB9822F9E271}" sibTransId="{BFDFD2CA-C81A-41FC-B26D-7F03806D2356}"/>
    <dgm:cxn modelId="{715754CC-ACE5-41B2-A97C-38F6FEFCAA00}" type="presOf" srcId="{D582EB4C-A02E-44B8-B095-14CA556DB1DE}" destId="{D2476AAB-2B88-4346-8D6A-2463D8D90397}" srcOrd="0" destOrd="0" presId="urn:microsoft.com/office/officeart/2008/layout/LinedList"/>
    <dgm:cxn modelId="{E7CC91E4-0D08-4AFB-A552-75AF366836FC}" type="presOf" srcId="{A84B977B-F230-4AF1-9496-FB063C9C9599}" destId="{9417AAEC-4D02-4AE8-B027-A665A9BD0133}" srcOrd="0" destOrd="0" presId="urn:microsoft.com/office/officeart/2008/layout/LinedList"/>
    <dgm:cxn modelId="{7ECC9C31-BD5C-4FFD-9226-B24188FCDD06}" type="presParOf" srcId="{9417AAEC-4D02-4AE8-B027-A665A9BD0133}" destId="{A0E4BEE2-3771-4C60-8FF6-079F648FBAB1}" srcOrd="0" destOrd="0" presId="urn:microsoft.com/office/officeart/2008/layout/LinedList"/>
    <dgm:cxn modelId="{E7AF1FE2-EFC6-41FF-AD46-5BA76071B3CB}" type="presParOf" srcId="{9417AAEC-4D02-4AE8-B027-A665A9BD0133}" destId="{BD5C083D-0729-4377-A7AA-115C557A2451}" srcOrd="1" destOrd="0" presId="urn:microsoft.com/office/officeart/2008/layout/LinedList"/>
    <dgm:cxn modelId="{74B28FD9-7DAC-40D7-9EE5-BEAA545ACDF7}" type="presParOf" srcId="{BD5C083D-0729-4377-A7AA-115C557A2451}" destId="{C637B432-FB0C-4CC1-BE3B-196809120FA0}" srcOrd="0" destOrd="0" presId="urn:microsoft.com/office/officeart/2008/layout/LinedList"/>
    <dgm:cxn modelId="{47F5D630-4850-4715-B0C5-BFCB52D059F7}" type="presParOf" srcId="{BD5C083D-0729-4377-A7AA-115C557A2451}" destId="{CF4D875C-D409-4D93-BA88-25D7FDA9EA3B}" srcOrd="1" destOrd="0" presId="urn:microsoft.com/office/officeart/2008/layout/LinedList"/>
    <dgm:cxn modelId="{EB2E8B30-CAA0-4BD9-945C-3DC3D421B619}" type="presParOf" srcId="{9417AAEC-4D02-4AE8-B027-A665A9BD0133}" destId="{1DA09044-798D-48C2-8FB2-BF91012546D2}" srcOrd="2" destOrd="0" presId="urn:microsoft.com/office/officeart/2008/layout/LinedList"/>
    <dgm:cxn modelId="{40806C80-165A-4F09-BDA2-74D8D9D2252A}" type="presParOf" srcId="{9417AAEC-4D02-4AE8-B027-A665A9BD0133}" destId="{2A2D065E-3850-4019-80B1-421C58A28898}" srcOrd="3" destOrd="0" presId="urn:microsoft.com/office/officeart/2008/layout/LinedList"/>
    <dgm:cxn modelId="{5C5EF1CD-5A50-409A-99BC-AF4AF25411E5}" type="presParOf" srcId="{2A2D065E-3850-4019-80B1-421C58A28898}" destId="{D840B020-B830-49F8-9F88-5D49BD433917}" srcOrd="0" destOrd="0" presId="urn:microsoft.com/office/officeart/2008/layout/LinedList"/>
    <dgm:cxn modelId="{EC8E44BA-8ED5-4FF8-806A-C4B0D2E2D0D9}" type="presParOf" srcId="{2A2D065E-3850-4019-80B1-421C58A28898}" destId="{E993F962-2C76-4592-9BA4-A33D2FF20D35}" srcOrd="1" destOrd="0" presId="urn:microsoft.com/office/officeart/2008/layout/LinedList"/>
    <dgm:cxn modelId="{9E026EA8-DC3E-4D35-8E92-9DE7E0D03D32}" type="presParOf" srcId="{9417AAEC-4D02-4AE8-B027-A665A9BD0133}" destId="{383C6DAC-0EB6-4D34-BA91-E7756B0D2732}" srcOrd="4" destOrd="0" presId="urn:microsoft.com/office/officeart/2008/layout/LinedList"/>
    <dgm:cxn modelId="{B76806E0-2D8C-4EEB-B097-18F7DC2BC1EF}" type="presParOf" srcId="{9417AAEC-4D02-4AE8-B027-A665A9BD0133}" destId="{75A4189D-F169-4AD2-BEED-299F70FD826D}" srcOrd="5" destOrd="0" presId="urn:microsoft.com/office/officeart/2008/layout/LinedList"/>
    <dgm:cxn modelId="{FE66E0A9-AE28-4EB7-9536-A4A0EC55567E}" type="presParOf" srcId="{75A4189D-F169-4AD2-BEED-299F70FD826D}" destId="{6A5D4C04-7C42-4FCE-8513-10A14A9DEBED}" srcOrd="0" destOrd="0" presId="urn:microsoft.com/office/officeart/2008/layout/LinedList"/>
    <dgm:cxn modelId="{86AF697E-132C-4028-B4DF-169F2F67CB8B}" type="presParOf" srcId="{75A4189D-F169-4AD2-BEED-299F70FD826D}" destId="{E5DB9D7C-195D-404A-9BD4-0E17469047C9}" srcOrd="1" destOrd="0" presId="urn:microsoft.com/office/officeart/2008/layout/LinedList"/>
    <dgm:cxn modelId="{3AD9835C-6B52-4EB2-9720-02C5F635ADFF}" type="presParOf" srcId="{9417AAEC-4D02-4AE8-B027-A665A9BD0133}" destId="{B96FBA4A-611E-4359-92A9-D8477D72863E}" srcOrd="6" destOrd="0" presId="urn:microsoft.com/office/officeart/2008/layout/LinedList"/>
    <dgm:cxn modelId="{89D1DF5E-7CF8-4A3E-8FC5-A7B2CFF4486B}" type="presParOf" srcId="{9417AAEC-4D02-4AE8-B027-A665A9BD0133}" destId="{677C6FF5-4F64-4287-8ED7-FF9B228E1136}" srcOrd="7" destOrd="0" presId="urn:microsoft.com/office/officeart/2008/layout/LinedList"/>
    <dgm:cxn modelId="{2F8E8330-2175-49C5-9D41-2C3810B35B6F}" type="presParOf" srcId="{677C6FF5-4F64-4287-8ED7-FF9B228E1136}" destId="{D2476AAB-2B88-4346-8D6A-2463D8D90397}" srcOrd="0" destOrd="0" presId="urn:microsoft.com/office/officeart/2008/layout/LinedList"/>
    <dgm:cxn modelId="{C8C3E316-6F2C-4A89-AB58-FDA873C01303}" type="presParOf" srcId="{677C6FF5-4F64-4287-8ED7-FF9B228E1136}" destId="{971C2B89-8675-4F72-82BA-3E3E4254DD78}" srcOrd="1" destOrd="0" presId="urn:microsoft.com/office/officeart/2008/layout/LinedList"/>
    <dgm:cxn modelId="{A9FF5900-BAFF-4AD9-AA2C-5A6218ABDC34}" type="presParOf" srcId="{9417AAEC-4D02-4AE8-B027-A665A9BD0133}" destId="{2F14F96A-5DD9-46FB-8642-E19AA5649040}" srcOrd="8" destOrd="0" presId="urn:microsoft.com/office/officeart/2008/layout/LinedList"/>
    <dgm:cxn modelId="{ACF31E1F-F8A6-4976-BE71-2FE789F88E65}" type="presParOf" srcId="{9417AAEC-4D02-4AE8-B027-A665A9BD0133}" destId="{CF38FD80-C4FC-4A05-8C90-33120F081991}" srcOrd="9" destOrd="0" presId="urn:microsoft.com/office/officeart/2008/layout/LinedList"/>
    <dgm:cxn modelId="{FE9F5744-442D-4417-9DC5-D90C75AFF69D}" type="presParOf" srcId="{CF38FD80-C4FC-4A05-8C90-33120F081991}" destId="{A82891B8-5C8F-494C-874C-3EBFAA42D36B}" srcOrd="0" destOrd="0" presId="urn:microsoft.com/office/officeart/2008/layout/LinedList"/>
    <dgm:cxn modelId="{944DD37C-80C7-431D-BFCE-B5BC60B48675}" type="presParOf" srcId="{CF38FD80-C4FC-4A05-8C90-33120F081991}" destId="{D518A1E8-A995-4D81-8F5B-6A0ACBF4B2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9BD07B5-6185-4372-AF8D-B7A5937407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12B2BC-2B05-422B-8B69-8E414EFB3A2C}">
      <dgm:prSet/>
      <dgm:spPr/>
      <dgm:t>
        <a:bodyPr/>
        <a:lstStyle/>
        <a:p>
          <a:r>
            <a:rPr lang="pt-BR"/>
            <a:t>Emissão de nota fiscal</a:t>
          </a:r>
          <a:endParaRPr lang="en-US"/>
        </a:p>
      </dgm:t>
    </dgm:pt>
    <dgm:pt modelId="{A9FBE1EE-1188-4207-9E4F-FC14C3A7FAA8}" type="parTrans" cxnId="{E20911F6-3E80-4ABD-A8C2-9AD268BFD834}">
      <dgm:prSet/>
      <dgm:spPr/>
      <dgm:t>
        <a:bodyPr/>
        <a:lstStyle/>
        <a:p>
          <a:endParaRPr lang="en-US"/>
        </a:p>
      </dgm:t>
    </dgm:pt>
    <dgm:pt modelId="{74128857-0ABA-4590-B287-D3A1A1EE78EF}" type="sibTrans" cxnId="{E20911F6-3E80-4ABD-A8C2-9AD268BFD834}">
      <dgm:prSet/>
      <dgm:spPr/>
      <dgm:t>
        <a:bodyPr/>
        <a:lstStyle/>
        <a:p>
          <a:endParaRPr lang="en-US"/>
        </a:p>
      </dgm:t>
    </dgm:pt>
    <dgm:pt modelId="{0376DF0C-79E4-40D5-BA42-07C362F6A558}">
      <dgm:prSet/>
      <dgm:spPr/>
      <dgm:t>
        <a:bodyPr/>
        <a:lstStyle/>
        <a:p>
          <a:r>
            <a:rPr lang="pt-BR"/>
            <a:t>Acesso a crédito</a:t>
          </a:r>
          <a:endParaRPr lang="en-US"/>
        </a:p>
      </dgm:t>
    </dgm:pt>
    <dgm:pt modelId="{0F43B368-92A8-4804-AD8F-8DD7537D8856}" type="parTrans" cxnId="{8344941C-97AC-4B00-B0E3-3D709D3948EE}">
      <dgm:prSet/>
      <dgm:spPr/>
      <dgm:t>
        <a:bodyPr/>
        <a:lstStyle/>
        <a:p>
          <a:endParaRPr lang="en-US"/>
        </a:p>
      </dgm:t>
    </dgm:pt>
    <dgm:pt modelId="{FCD4DE15-0386-49FC-ACDF-5222B3F34421}" type="sibTrans" cxnId="{8344941C-97AC-4B00-B0E3-3D709D3948EE}">
      <dgm:prSet/>
      <dgm:spPr/>
      <dgm:t>
        <a:bodyPr/>
        <a:lstStyle/>
        <a:p>
          <a:endParaRPr lang="en-US"/>
        </a:p>
      </dgm:t>
    </dgm:pt>
    <dgm:pt modelId="{837EC724-5A19-4A65-A49A-CAC3D499B518}">
      <dgm:prSet/>
      <dgm:spPr/>
      <dgm:t>
        <a:bodyPr/>
        <a:lstStyle/>
        <a:p>
          <a:r>
            <a:rPr lang="pt-BR"/>
            <a:t>Contribuição previdenciária</a:t>
          </a:r>
          <a:endParaRPr lang="en-US"/>
        </a:p>
      </dgm:t>
    </dgm:pt>
    <dgm:pt modelId="{3F80C3D1-5BA8-4177-B812-3552FCB854E3}" type="parTrans" cxnId="{9BB5A376-D32A-41A4-8667-DEF3ADAB9137}">
      <dgm:prSet/>
      <dgm:spPr/>
      <dgm:t>
        <a:bodyPr/>
        <a:lstStyle/>
        <a:p>
          <a:endParaRPr lang="en-US"/>
        </a:p>
      </dgm:t>
    </dgm:pt>
    <dgm:pt modelId="{04966759-2897-4B38-A658-8F8B87DCAB46}" type="sibTrans" cxnId="{9BB5A376-D32A-41A4-8667-DEF3ADAB9137}">
      <dgm:prSet/>
      <dgm:spPr/>
      <dgm:t>
        <a:bodyPr/>
        <a:lstStyle/>
        <a:p>
          <a:endParaRPr lang="en-US"/>
        </a:p>
      </dgm:t>
    </dgm:pt>
    <dgm:pt modelId="{E752AD71-60D6-4B29-A5CF-A079E6368537}">
      <dgm:prSet/>
      <dgm:spPr/>
      <dgm:t>
        <a:bodyPr/>
        <a:lstStyle/>
        <a:p>
          <a:r>
            <a:rPr lang="pt-BR"/>
            <a:t>Maior credibilidade;Possibilidade de crescer.</a:t>
          </a:r>
          <a:endParaRPr lang="en-US"/>
        </a:p>
      </dgm:t>
    </dgm:pt>
    <dgm:pt modelId="{5DEBD562-C78D-40CC-AF7C-0AC527593503}" type="parTrans" cxnId="{C2555D26-DB5D-416B-9712-B45BDD69FC37}">
      <dgm:prSet/>
      <dgm:spPr/>
      <dgm:t>
        <a:bodyPr/>
        <a:lstStyle/>
        <a:p>
          <a:endParaRPr lang="en-US"/>
        </a:p>
      </dgm:t>
    </dgm:pt>
    <dgm:pt modelId="{0AC17B51-7D53-4BA8-948D-0A17B1AB8CFB}" type="sibTrans" cxnId="{C2555D26-DB5D-416B-9712-B45BDD69FC37}">
      <dgm:prSet/>
      <dgm:spPr/>
      <dgm:t>
        <a:bodyPr/>
        <a:lstStyle/>
        <a:p>
          <a:endParaRPr lang="en-US"/>
        </a:p>
      </dgm:t>
    </dgm:pt>
    <dgm:pt modelId="{FAE37667-2816-45E6-B87A-D0150D3C46F9}" type="pres">
      <dgm:prSet presAssocID="{B9BD07B5-6185-4372-AF8D-B7A59374075F}" presName="root" presStyleCnt="0">
        <dgm:presLayoutVars>
          <dgm:dir/>
          <dgm:resizeHandles val="exact"/>
        </dgm:presLayoutVars>
      </dgm:prSet>
      <dgm:spPr/>
    </dgm:pt>
    <dgm:pt modelId="{9D55DAF3-5883-4D9E-9505-0CBC3A642D62}" type="pres">
      <dgm:prSet presAssocID="{3112B2BC-2B05-422B-8B69-8E414EFB3A2C}" presName="compNode" presStyleCnt="0"/>
      <dgm:spPr/>
    </dgm:pt>
    <dgm:pt modelId="{5B186D39-96CC-49AB-B2C0-DD5E42DD809B}" type="pres">
      <dgm:prSet presAssocID="{3112B2BC-2B05-422B-8B69-8E414EFB3A2C}" presName="bgRect" presStyleLbl="bgShp" presStyleIdx="0" presStyleCnt="4"/>
      <dgm:spPr/>
    </dgm:pt>
    <dgm:pt modelId="{8C16C2B5-7886-4E5B-B913-D0E81C4B41BE}" type="pres">
      <dgm:prSet presAssocID="{3112B2BC-2B05-422B-8B69-8E414EFB3A2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922B0295-677D-49FD-BBEB-2057502EB153}" type="pres">
      <dgm:prSet presAssocID="{3112B2BC-2B05-422B-8B69-8E414EFB3A2C}" presName="spaceRect" presStyleCnt="0"/>
      <dgm:spPr/>
    </dgm:pt>
    <dgm:pt modelId="{2A85EA0B-B393-419C-9D01-F89DF24337FB}" type="pres">
      <dgm:prSet presAssocID="{3112B2BC-2B05-422B-8B69-8E414EFB3A2C}" presName="parTx" presStyleLbl="revTx" presStyleIdx="0" presStyleCnt="4">
        <dgm:presLayoutVars>
          <dgm:chMax val="0"/>
          <dgm:chPref val="0"/>
        </dgm:presLayoutVars>
      </dgm:prSet>
      <dgm:spPr/>
    </dgm:pt>
    <dgm:pt modelId="{9D9EA1E4-6E67-4560-A682-FED936344C4C}" type="pres">
      <dgm:prSet presAssocID="{74128857-0ABA-4590-B287-D3A1A1EE78EF}" presName="sibTrans" presStyleCnt="0"/>
      <dgm:spPr/>
    </dgm:pt>
    <dgm:pt modelId="{FECC5EF1-3438-4AB0-B253-C8460D16EC90}" type="pres">
      <dgm:prSet presAssocID="{0376DF0C-79E4-40D5-BA42-07C362F6A558}" presName="compNode" presStyleCnt="0"/>
      <dgm:spPr/>
    </dgm:pt>
    <dgm:pt modelId="{6EBE9743-468D-4956-986A-B98D5DE5C900}" type="pres">
      <dgm:prSet presAssocID="{0376DF0C-79E4-40D5-BA42-07C362F6A558}" presName="bgRect" presStyleLbl="bgShp" presStyleIdx="1" presStyleCnt="4"/>
      <dgm:spPr/>
    </dgm:pt>
    <dgm:pt modelId="{4BDDCA7B-710F-49AF-AB38-99174EFC6B3D}" type="pres">
      <dgm:prSet presAssocID="{0376DF0C-79E4-40D5-BA42-07C362F6A55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15C74E3A-2E12-49EA-B83E-C56EF133C019}" type="pres">
      <dgm:prSet presAssocID="{0376DF0C-79E4-40D5-BA42-07C362F6A558}" presName="spaceRect" presStyleCnt="0"/>
      <dgm:spPr/>
    </dgm:pt>
    <dgm:pt modelId="{64CB438D-3C67-403A-BD71-D834D8ABFCD8}" type="pres">
      <dgm:prSet presAssocID="{0376DF0C-79E4-40D5-BA42-07C362F6A558}" presName="parTx" presStyleLbl="revTx" presStyleIdx="1" presStyleCnt="4">
        <dgm:presLayoutVars>
          <dgm:chMax val="0"/>
          <dgm:chPref val="0"/>
        </dgm:presLayoutVars>
      </dgm:prSet>
      <dgm:spPr/>
    </dgm:pt>
    <dgm:pt modelId="{4BC7BE48-5E63-4D00-AAC9-346A1A1FBD64}" type="pres">
      <dgm:prSet presAssocID="{FCD4DE15-0386-49FC-ACDF-5222B3F34421}" presName="sibTrans" presStyleCnt="0"/>
      <dgm:spPr/>
    </dgm:pt>
    <dgm:pt modelId="{27A5732A-323B-4A36-A2C5-06EDD8CE4E70}" type="pres">
      <dgm:prSet presAssocID="{837EC724-5A19-4A65-A49A-CAC3D499B518}" presName="compNode" presStyleCnt="0"/>
      <dgm:spPr/>
    </dgm:pt>
    <dgm:pt modelId="{1426C7FF-A5DE-476A-9B1F-91951D55C572}" type="pres">
      <dgm:prSet presAssocID="{837EC724-5A19-4A65-A49A-CAC3D499B518}" presName="bgRect" presStyleLbl="bgShp" presStyleIdx="2" presStyleCnt="4"/>
      <dgm:spPr/>
    </dgm:pt>
    <dgm:pt modelId="{8650908D-3C9D-42AE-AE9B-9BE9CA368D22}" type="pres">
      <dgm:prSet presAssocID="{837EC724-5A19-4A65-A49A-CAC3D499B51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98CBFC42-598C-4DE0-84F3-1EA606ED3A5B}" type="pres">
      <dgm:prSet presAssocID="{837EC724-5A19-4A65-A49A-CAC3D499B518}" presName="spaceRect" presStyleCnt="0"/>
      <dgm:spPr/>
    </dgm:pt>
    <dgm:pt modelId="{397CF653-8627-4E86-9CAE-2BCBF5C63493}" type="pres">
      <dgm:prSet presAssocID="{837EC724-5A19-4A65-A49A-CAC3D499B518}" presName="parTx" presStyleLbl="revTx" presStyleIdx="2" presStyleCnt="4">
        <dgm:presLayoutVars>
          <dgm:chMax val="0"/>
          <dgm:chPref val="0"/>
        </dgm:presLayoutVars>
      </dgm:prSet>
      <dgm:spPr/>
    </dgm:pt>
    <dgm:pt modelId="{5E7F72F4-8888-4A1E-97D4-780EB697F7B8}" type="pres">
      <dgm:prSet presAssocID="{04966759-2897-4B38-A658-8F8B87DCAB46}" presName="sibTrans" presStyleCnt="0"/>
      <dgm:spPr/>
    </dgm:pt>
    <dgm:pt modelId="{4F957268-113F-40F9-8FDD-682A623DFBEF}" type="pres">
      <dgm:prSet presAssocID="{E752AD71-60D6-4B29-A5CF-A079E6368537}" presName="compNode" presStyleCnt="0"/>
      <dgm:spPr/>
    </dgm:pt>
    <dgm:pt modelId="{75A7960C-CB08-42C6-A9D3-42D85BFB795A}" type="pres">
      <dgm:prSet presAssocID="{E752AD71-60D6-4B29-A5CF-A079E6368537}" presName="bgRect" presStyleLbl="bgShp" presStyleIdx="3" presStyleCnt="4"/>
      <dgm:spPr/>
    </dgm:pt>
    <dgm:pt modelId="{0C7DFFBC-B2BA-41F7-BD8A-1E4B5432E348}" type="pres">
      <dgm:prSet presAssocID="{E752AD71-60D6-4B29-A5CF-A079E636853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6CE0498-177E-49AB-81AB-F1D4F651BD2E}" type="pres">
      <dgm:prSet presAssocID="{E752AD71-60D6-4B29-A5CF-A079E6368537}" presName="spaceRect" presStyleCnt="0"/>
      <dgm:spPr/>
    </dgm:pt>
    <dgm:pt modelId="{376B000B-07CE-4213-9483-C5124CB506CE}" type="pres">
      <dgm:prSet presAssocID="{E752AD71-60D6-4B29-A5CF-A079E636853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AEC430D-10E5-4EB9-8CC5-47A27261D193}" type="presOf" srcId="{E752AD71-60D6-4B29-A5CF-A079E6368537}" destId="{376B000B-07CE-4213-9483-C5124CB506CE}" srcOrd="0" destOrd="0" presId="urn:microsoft.com/office/officeart/2018/2/layout/IconVerticalSolidList"/>
    <dgm:cxn modelId="{8344941C-97AC-4B00-B0E3-3D709D3948EE}" srcId="{B9BD07B5-6185-4372-AF8D-B7A59374075F}" destId="{0376DF0C-79E4-40D5-BA42-07C362F6A558}" srcOrd="1" destOrd="0" parTransId="{0F43B368-92A8-4804-AD8F-8DD7537D8856}" sibTransId="{FCD4DE15-0386-49FC-ACDF-5222B3F34421}"/>
    <dgm:cxn modelId="{C2555D26-DB5D-416B-9712-B45BDD69FC37}" srcId="{B9BD07B5-6185-4372-AF8D-B7A59374075F}" destId="{E752AD71-60D6-4B29-A5CF-A079E6368537}" srcOrd="3" destOrd="0" parTransId="{5DEBD562-C78D-40CC-AF7C-0AC527593503}" sibTransId="{0AC17B51-7D53-4BA8-948D-0A17B1AB8CFB}"/>
    <dgm:cxn modelId="{9BB5A376-D32A-41A4-8667-DEF3ADAB9137}" srcId="{B9BD07B5-6185-4372-AF8D-B7A59374075F}" destId="{837EC724-5A19-4A65-A49A-CAC3D499B518}" srcOrd="2" destOrd="0" parTransId="{3F80C3D1-5BA8-4177-B812-3552FCB854E3}" sibTransId="{04966759-2897-4B38-A658-8F8B87DCAB46}"/>
    <dgm:cxn modelId="{64F610D0-51F4-4276-87C8-D89B72BFA49C}" type="presOf" srcId="{B9BD07B5-6185-4372-AF8D-B7A59374075F}" destId="{FAE37667-2816-45E6-B87A-D0150D3C46F9}" srcOrd="0" destOrd="0" presId="urn:microsoft.com/office/officeart/2018/2/layout/IconVerticalSolidList"/>
    <dgm:cxn modelId="{1D8EF8E2-9B94-44A9-8B8E-37D1B0180594}" type="presOf" srcId="{0376DF0C-79E4-40D5-BA42-07C362F6A558}" destId="{64CB438D-3C67-403A-BD71-D834D8ABFCD8}" srcOrd="0" destOrd="0" presId="urn:microsoft.com/office/officeart/2018/2/layout/IconVerticalSolidList"/>
    <dgm:cxn modelId="{387376E3-5AA5-4B16-AC4F-45E27477FE68}" type="presOf" srcId="{837EC724-5A19-4A65-A49A-CAC3D499B518}" destId="{397CF653-8627-4E86-9CAE-2BCBF5C63493}" srcOrd="0" destOrd="0" presId="urn:microsoft.com/office/officeart/2018/2/layout/IconVerticalSolidList"/>
    <dgm:cxn modelId="{E3D889E4-9119-4389-8314-AEA5764D3745}" type="presOf" srcId="{3112B2BC-2B05-422B-8B69-8E414EFB3A2C}" destId="{2A85EA0B-B393-419C-9D01-F89DF24337FB}" srcOrd="0" destOrd="0" presId="urn:microsoft.com/office/officeart/2018/2/layout/IconVerticalSolidList"/>
    <dgm:cxn modelId="{E20911F6-3E80-4ABD-A8C2-9AD268BFD834}" srcId="{B9BD07B5-6185-4372-AF8D-B7A59374075F}" destId="{3112B2BC-2B05-422B-8B69-8E414EFB3A2C}" srcOrd="0" destOrd="0" parTransId="{A9FBE1EE-1188-4207-9E4F-FC14C3A7FAA8}" sibTransId="{74128857-0ABA-4590-B287-D3A1A1EE78EF}"/>
    <dgm:cxn modelId="{C0BEE3B5-2CDB-474B-BFB1-1A54C85F95C8}" type="presParOf" srcId="{FAE37667-2816-45E6-B87A-D0150D3C46F9}" destId="{9D55DAF3-5883-4D9E-9505-0CBC3A642D62}" srcOrd="0" destOrd="0" presId="urn:microsoft.com/office/officeart/2018/2/layout/IconVerticalSolidList"/>
    <dgm:cxn modelId="{3407B461-62A3-40C2-AFED-F47E45A8878A}" type="presParOf" srcId="{9D55DAF3-5883-4D9E-9505-0CBC3A642D62}" destId="{5B186D39-96CC-49AB-B2C0-DD5E42DD809B}" srcOrd="0" destOrd="0" presId="urn:microsoft.com/office/officeart/2018/2/layout/IconVerticalSolidList"/>
    <dgm:cxn modelId="{9221EF7E-3733-4CBF-89DA-31C95F1C93E6}" type="presParOf" srcId="{9D55DAF3-5883-4D9E-9505-0CBC3A642D62}" destId="{8C16C2B5-7886-4E5B-B913-D0E81C4B41BE}" srcOrd="1" destOrd="0" presId="urn:microsoft.com/office/officeart/2018/2/layout/IconVerticalSolidList"/>
    <dgm:cxn modelId="{CA579D36-87CE-47D5-B7E9-D0ACCE4B1A1F}" type="presParOf" srcId="{9D55DAF3-5883-4D9E-9505-0CBC3A642D62}" destId="{922B0295-677D-49FD-BBEB-2057502EB153}" srcOrd="2" destOrd="0" presId="urn:microsoft.com/office/officeart/2018/2/layout/IconVerticalSolidList"/>
    <dgm:cxn modelId="{0F9B82CE-B2D8-46C4-A411-AD39CA2D89CA}" type="presParOf" srcId="{9D55DAF3-5883-4D9E-9505-0CBC3A642D62}" destId="{2A85EA0B-B393-419C-9D01-F89DF24337FB}" srcOrd="3" destOrd="0" presId="urn:microsoft.com/office/officeart/2018/2/layout/IconVerticalSolidList"/>
    <dgm:cxn modelId="{4A56CEF9-1B1A-41EB-B9D2-BE6461507D59}" type="presParOf" srcId="{FAE37667-2816-45E6-B87A-D0150D3C46F9}" destId="{9D9EA1E4-6E67-4560-A682-FED936344C4C}" srcOrd="1" destOrd="0" presId="urn:microsoft.com/office/officeart/2018/2/layout/IconVerticalSolidList"/>
    <dgm:cxn modelId="{BAF0BDC5-A50F-4594-B7AD-8F10F36CDF5E}" type="presParOf" srcId="{FAE37667-2816-45E6-B87A-D0150D3C46F9}" destId="{FECC5EF1-3438-4AB0-B253-C8460D16EC90}" srcOrd="2" destOrd="0" presId="urn:microsoft.com/office/officeart/2018/2/layout/IconVerticalSolidList"/>
    <dgm:cxn modelId="{8B2717AB-872B-4E8C-8F4E-487D222F53BE}" type="presParOf" srcId="{FECC5EF1-3438-4AB0-B253-C8460D16EC90}" destId="{6EBE9743-468D-4956-986A-B98D5DE5C900}" srcOrd="0" destOrd="0" presId="urn:microsoft.com/office/officeart/2018/2/layout/IconVerticalSolidList"/>
    <dgm:cxn modelId="{BEC71A8B-777D-45F7-9E07-809D94C8A8E8}" type="presParOf" srcId="{FECC5EF1-3438-4AB0-B253-C8460D16EC90}" destId="{4BDDCA7B-710F-49AF-AB38-99174EFC6B3D}" srcOrd="1" destOrd="0" presId="urn:microsoft.com/office/officeart/2018/2/layout/IconVerticalSolidList"/>
    <dgm:cxn modelId="{4259A97F-37AF-440A-808C-7C2468D4F23B}" type="presParOf" srcId="{FECC5EF1-3438-4AB0-B253-C8460D16EC90}" destId="{15C74E3A-2E12-49EA-B83E-C56EF133C019}" srcOrd="2" destOrd="0" presId="urn:microsoft.com/office/officeart/2018/2/layout/IconVerticalSolidList"/>
    <dgm:cxn modelId="{F5F46465-D059-4A09-AA5A-9F2E7853AD0E}" type="presParOf" srcId="{FECC5EF1-3438-4AB0-B253-C8460D16EC90}" destId="{64CB438D-3C67-403A-BD71-D834D8ABFCD8}" srcOrd="3" destOrd="0" presId="urn:microsoft.com/office/officeart/2018/2/layout/IconVerticalSolidList"/>
    <dgm:cxn modelId="{77D0C257-8629-4979-A259-A10CA7740C2C}" type="presParOf" srcId="{FAE37667-2816-45E6-B87A-D0150D3C46F9}" destId="{4BC7BE48-5E63-4D00-AAC9-346A1A1FBD64}" srcOrd="3" destOrd="0" presId="urn:microsoft.com/office/officeart/2018/2/layout/IconVerticalSolidList"/>
    <dgm:cxn modelId="{D4D8D763-F365-416F-9E1C-2B1A4139E173}" type="presParOf" srcId="{FAE37667-2816-45E6-B87A-D0150D3C46F9}" destId="{27A5732A-323B-4A36-A2C5-06EDD8CE4E70}" srcOrd="4" destOrd="0" presId="urn:microsoft.com/office/officeart/2018/2/layout/IconVerticalSolidList"/>
    <dgm:cxn modelId="{E03259D8-3141-43BC-BF7F-9FAC299C1192}" type="presParOf" srcId="{27A5732A-323B-4A36-A2C5-06EDD8CE4E70}" destId="{1426C7FF-A5DE-476A-9B1F-91951D55C572}" srcOrd="0" destOrd="0" presId="urn:microsoft.com/office/officeart/2018/2/layout/IconVerticalSolidList"/>
    <dgm:cxn modelId="{7D3F2695-D4A6-4B48-8998-F4A75A917B28}" type="presParOf" srcId="{27A5732A-323B-4A36-A2C5-06EDD8CE4E70}" destId="{8650908D-3C9D-42AE-AE9B-9BE9CA368D22}" srcOrd="1" destOrd="0" presId="urn:microsoft.com/office/officeart/2018/2/layout/IconVerticalSolidList"/>
    <dgm:cxn modelId="{F40F93AC-D904-4AD2-9442-E1DD663BD613}" type="presParOf" srcId="{27A5732A-323B-4A36-A2C5-06EDD8CE4E70}" destId="{98CBFC42-598C-4DE0-84F3-1EA606ED3A5B}" srcOrd="2" destOrd="0" presId="urn:microsoft.com/office/officeart/2018/2/layout/IconVerticalSolidList"/>
    <dgm:cxn modelId="{9343AD2D-28DE-4A8E-8CCB-28291A745EB6}" type="presParOf" srcId="{27A5732A-323B-4A36-A2C5-06EDD8CE4E70}" destId="{397CF653-8627-4E86-9CAE-2BCBF5C63493}" srcOrd="3" destOrd="0" presId="urn:microsoft.com/office/officeart/2018/2/layout/IconVerticalSolidList"/>
    <dgm:cxn modelId="{9A647615-6E31-4465-A414-454C431448E7}" type="presParOf" srcId="{FAE37667-2816-45E6-B87A-D0150D3C46F9}" destId="{5E7F72F4-8888-4A1E-97D4-780EB697F7B8}" srcOrd="5" destOrd="0" presId="urn:microsoft.com/office/officeart/2018/2/layout/IconVerticalSolidList"/>
    <dgm:cxn modelId="{2C672F01-73EF-4EF6-9849-5ED31D51E53C}" type="presParOf" srcId="{FAE37667-2816-45E6-B87A-D0150D3C46F9}" destId="{4F957268-113F-40F9-8FDD-682A623DFBEF}" srcOrd="6" destOrd="0" presId="urn:microsoft.com/office/officeart/2018/2/layout/IconVerticalSolidList"/>
    <dgm:cxn modelId="{B22CD617-A36B-4B6A-AB77-E9530E89BF1E}" type="presParOf" srcId="{4F957268-113F-40F9-8FDD-682A623DFBEF}" destId="{75A7960C-CB08-42C6-A9D3-42D85BFB795A}" srcOrd="0" destOrd="0" presId="urn:microsoft.com/office/officeart/2018/2/layout/IconVerticalSolidList"/>
    <dgm:cxn modelId="{7F63EEE9-4817-4D68-9341-92745356F5D5}" type="presParOf" srcId="{4F957268-113F-40F9-8FDD-682A623DFBEF}" destId="{0C7DFFBC-B2BA-41F7-BD8A-1E4B5432E348}" srcOrd="1" destOrd="0" presId="urn:microsoft.com/office/officeart/2018/2/layout/IconVerticalSolidList"/>
    <dgm:cxn modelId="{0DD5D41D-4C81-45C9-8AD2-C6D77A40E514}" type="presParOf" srcId="{4F957268-113F-40F9-8FDD-682A623DFBEF}" destId="{76CE0498-177E-49AB-81AB-F1D4F651BD2E}" srcOrd="2" destOrd="0" presId="urn:microsoft.com/office/officeart/2018/2/layout/IconVerticalSolidList"/>
    <dgm:cxn modelId="{2C0E3433-1EFD-4214-B858-CFE05E9429BC}" type="presParOf" srcId="{4F957268-113F-40F9-8FDD-682A623DFBEF}" destId="{376B000B-07CE-4213-9483-C5124CB506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0351039-6209-4A76-865C-222FE4624AB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DB51DB9-69DA-4E14-AB89-94932737B997}">
      <dgm:prSet/>
      <dgm:spPr/>
      <dgm:t>
        <a:bodyPr/>
        <a:lstStyle/>
        <a:p>
          <a:r>
            <a:rPr lang="pt-BR"/>
            <a:t>MEI (quando permitido pela atividade)</a:t>
          </a:r>
          <a:endParaRPr lang="en-US"/>
        </a:p>
      </dgm:t>
    </dgm:pt>
    <dgm:pt modelId="{987E6436-9D6A-4FCE-8261-B7906637B9FF}" type="parTrans" cxnId="{856A815C-4FF2-423A-8782-E66E0FD76233}">
      <dgm:prSet/>
      <dgm:spPr/>
      <dgm:t>
        <a:bodyPr/>
        <a:lstStyle/>
        <a:p>
          <a:endParaRPr lang="en-US"/>
        </a:p>
      </dgm:t>
    </dgm:pt>
    <dgm:pt modelId="{93E142EA-4395-44A0-8B28-DC91703DDCF8}" type="sibTrans" cxnId="{856A815C-4FF2-423A-8782-E66E0FD76233}">
      <dgm:prSet/>
      <dgm:spPr/>
      <dgm:t>
        <a:bodyPr/>
        <a:lstStyle/>
        <a:p>
          <a:endParaRPr lang="en-US"/>
        </a:p>
      </dgm:t>
    </dgm:pt>
    <dgm:pt modelId="{F6CF5DAF-441E-4164-905B-30E24A13D770}">
      <dgm:prSet/>
      <dgm:spPr/>
      <dgm:t>
        <a:bodyPr/>
        <a:lstStyle/>
        <a:p>
          <a:r>
            <a:rPr lang="pt-BR"/>
            <a:t>Microempresa</a:t>
          </a:r>
          <a:endParaRPr lang="en-US"/>
        </a:p>
      </dgm:t>
    </dgm:pt>
    <dgm:pt modelId="{DD51D2EE-8CC6-4C29-A182-EAF0798D260F}" type="parTrans" cxnId="{66F3464A-2081-47C0-8E80-F27170BA6744}">
      <dgm:prSet/>
      <dgm:spPr/>
      <dgm:t>
        <a:bodyPr/>
        <a:lstStyle/>
        <a:p>
          <a:endParaRPr lang="en-US"/>
        </a:p>
      </dgm:t>
    </dgm:pt>
    <dgm:pt modelId="{94332EF8-50FF-4CCA-882B-54E61704A583}" type="sibTrans" cxnId="{66F3464A-2081-47C0-8E80-F27170BA6744}">
      <dgm:prSet/>
      <dgm:spPr/>
      <dgm:t>
        <a:bodyPr/>
        <a:lstStyle/>
        <a:p>
          <a:endParaRPr lang="en-US"/>
        </a:p>
      </dgm:t>
    </dgm:pt>
    <dgm:pt modelId="{5C2F9ADB-D8B5-4CF5-93D2-FCB98BE0303E}">
      <dgm:prSet/>
      <dgm:spPr/>
      <dgm:t>
        <a:bodyPr/>
        <a:lstStyle/>
        <a:p>
          <a:r>
            <a:rPr lang="pt-BR"/>
            <a:t>Cooperativa</a:t>
          </a:r>
          <a:endParaRPr lang="en-US"/>
        </a:p>
      </dgm:t>
    </dgm:pt>
    <dgm:pt modelId="{BC39CD5E-1285-46FD-95E6-16CA9FCA8A5A}" type="parTrans" cxnId="{1F735C37-DDAD-410D-B6E1-409BEBB0E3DD}">
      <dgm:prSet/>
      <dgm:spPr/>
      <dgm:t>
        <a:bodyPr/>
        <a:lstStyle/>
        <a:p>
          <a:endParaRPr lang="en-US"/>
        </a:p>
      </dgm:t>
    </dgm:pt>
    <dgm:pt modelId="{6FF2D473-A874-41D1-B59C-831B5784227F}" type="sibTrans" cxnId="{1F735C37-DDAD-410D-B6E1-409BEBB0E3DD}">
      <dgm:prSet/>
      <dgm:spPr/>
      <dgm:t>
        <a:bodyPr/>
        <a:lstStyle/>
        <a:p>
          <a:endParaRPr lang="en-US"/>
        </a:p>
      </dgm:t>
    </dgm:pt>
    <dgm:pt modelId="{6C71A5F0-065C-4782-9717-45CA3312CE62}">
      <dgm:prSet/>
      <dgm:spPr/>
      <dgm:t>
        <a:bodyPr/>
        <a:lstStyle/>
        <a:p>
          <a:r>
            <a:rPr lang="pt-BR"/>
            <a:t>Associação.</a:t>
          </a:r>
          <a:endParaRPr lang="en-US"/>
        </a:p>
      </dgm:t>
    </dgm:pt>
    <dgm:pt modelId="{C7CA100B-4B7A-45D1-8062-482AB0690A14}" type="parTrans" cxnId="{ECC24F81-8B58-4A7E-B25E-A1154332D8CB}">
      <dgm:prSet/>
      <dgm:spPr/>
      <dgm:t>
        <a:bodyPr/>
        <a:lstStyle/>
        <a:p>
          <a:endParaRPr lang="en-US"/>
        </a:p>
      </dgm:t>
    </dgm:pt>
    <dgm:pt modelId="{E2BD08A8-594D-43CC-9244-F5917FBD3F13}" type="sibTrans" cxnId="{ECC24F81-8B58-4A7E-B25E-A1154332D8CB}">
      <dgm:prSet/>
      <dgm:spPr/>
      <dgm:t>
        <a:bodyPr/>
        <a:lstStyle/>
        <a:p>
          <a:endParaRPr lang="en-US"/>
        </a:p>
      </dgm:t>
    </dgm:pt>
    <dgm:pt modelId="{37977A24-A200-4219-8295-A1BEFF1CE4F8}" type="pres">
      <dgm:prSet presAssocID="{30351039-6209-4A76-865C-222FE4624A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10942B-669E-4DA2-90CB-264B8CBB607E}" type="pres">
      <dgm:prSet presAssocID="{6DB51DB9-69DA-4E14-AB89-94932737B997}" presName="hierRoot1" presStyleCnt="0"/>
      <dgm:spPr/>
    </dgm:pt>
    <dgm:pt modelId="{64F4ED01-3D59-46D1-9EB4-B6ADC063EE7F}" type="pres">
      <dgm:prSet presAssocID="{6DB51DB9-69DA-4E14-AB89-94932737B997}" presName="composite" presStyleCnt="0"/>
      <dgm:spPr/>
    </dgm:pt>
    <dgm:pt modelId="{226A3D9B-6B13-4AB3-A077-8226FDDB03F1}" type="pres">
      <dgm:prSet presAssocID="{6DB51DB9-69DA-4E14-AB89-94932737B997}" presName="background" presStyleLbl="node0" presStyleIdx="0" presStyleCnt="4"/>
      <dgm:spPr/>
    </dgm:pt>
    <dgm:pt modelId="{AA0E586D-9FB7-41DA-866A-28B7A0B1AFF1}" type="pres">
      <dgm:prSet presAssocID="{6DB51DB9-69DA-4E14-AB89-94932737B997}" presName="text" presStyleLbl="fgAcc0" presStyleIdx="0" presStyleCnt="4">
        <dgm:presLayoutVars>
          <dgm:chPref val="3"/>
        </dgm:presLayoutVars>
      </dgm:prSet>
      <dgm:spPr/>
    </dgm:pt>
    <dgm:pt modelId="{91E534B5-42A1-4633-AE8E-0F135B6137F4}" type="pres">
      <dgm:prSet presAssocID="{6DB51DB9-69DA-4E14-AB89-94932737B997}" presName="hierChild2" presStyleCnt="0"/>
      <dgm:spPr/>
    </dgm:pt>
    <dgm:pt modelId="{4C822E11-4298-46D2-A7B0-A9C047E407EF}" type="pres">
      <dgm:prSet presAssocID="{F6CF5DAF-441E-4164-905B-30E24A13D770}" presName="hierRoot1" presStyleCnt="0"/>
      <dgm:spPr/>
    </dgm:pt>
    <dgm:pt modelId="{95FFC011-ABAE-4545-8CC0-7CEE56BA7553}" type="pres">
      <dgm:prSet presAssocID="{F6CF5DAF-441E-4164-905B-30E24A13D770}" presName="composite" presStyleCnt="0"/>
      <dgm:spPr/>
    </dgm:pt>
    <dgm:pt modelId="{D9700294-464D-4DE1-AD58-0179F9CDB8A6}" type="pres">
      <dgm:prSet presAssocID="{F6CF5DAF-441E-4164-905B-30E24A13D770}" presName="background" presStyleLbl="node0" presStyleIdx="1" presStyleCnt="4"/>
      <dgm:spPr/>
    </dgm:pt>
    <dgm:pt modelId="{B70D5B77-1728-470C-90CF-7C70520108D9}" type="pres">
      <dgm:prSet presAssocID="{F6CF5DAF-441E-4164-905B-30E24A13D770}" presName="text" presStyleLbl="fgAcc0" presStyleIdx="1" presStyleCnt="4">
        <dgm:presLayoutVars>
          <dgm:chPref val="3"/>
        </dgm:presLayoutVars>
      </dgm:prSet>
      <dgm:spPr/>
    </dgm:pt>
    <dgm:pt modelId="{3042841F-F651-4A4C-A07C-41B4645A23B6}" type="pres">
      <dgm:prSet presAssocID="{F6CF5DAF-441E-4164-905B-30E24A13D770}" presName="hierChild2" presStyleCnt="0"/>
      <dgm:spPr/>
    </dgm:pt>
    <dgm:pt modelId="{36D3CC26-2D5D-4C48-9AF4-3536C53951A0}" type="pres">
      <dgm:prSet presAssocID="{5C2F9ADB-D8B5-4CF5-93D2-FCB98BE0303E}" presName="hierRoot1" presStyleCnt="0"/>
      <dgm:spPr/>
    </dgm:pt>
    <dgm:pt modelId="{EB4C99D3-4D8B-4C9D-90EB-D371D4283D61}" type="pres">
      <dgm:prSet presAssocID="{5C2F9ADB-D8B5-4CF5-93D2-FCB98BE0303E}" presName="composite" presStyleCnt="0"/>
      <dgm:spPr/>
    </dgm:pt>
    <dgm:pt modelId="{BB3832CF-59C5-4571-9166-F66496D9DA3A}" type="pres">
      <dgm:prSet presAssocID="{5C2F9ADB-D8B5-4CF5-93D2-FCB98BE0303E}" presName="background" presStyleLbl="node0" presStyleIdx="2" presStyleCnt="4"/>
      <dgm:spPr/>
    </dgm:pt>
    <dgm:pt modelId="{B42BDFC9-7917-4308-96F5-7939EAE6BACA}" type="pres">
      <dgm:prSet presAssocID="{5C2F9ADB-D8B5-4CF5-93D2-FCB98BE0303E}" presName="text" presStyleLbl="fgAcc0" presStyleIdx="2" presStyleCnt="4">
        <dgm:presLayoutVars>
          <dgm:chPref val="3"/>
        </dgm:presLayoutVars>
      </dgm:prSet>
      <dgm:spPr/>
    </dgm:pt>
    <dgm:pt modelId="{83A7042F-F186-44F4-B1F2-8E5E57F238C6}" type="pres">
      <dgm:prSet presAssocID="{5C2F9ADB-D8B5-4CF5-93D2-FCB98BE0303E}" presName="hierChild2" presStyleCnt="0"/>
      <dgm:spPr/>
    </dgm:pt>
    <dgm:pt modelId="{03A0D5A8-7B53-4EAA-BC18-6DBAEE97B44A}" type="pres">
      <dgm:prSet presAssocID="{6C71A5F0-065C-4782-9717-45CA3312CE62}" presName="hierRoot1" presStyleCnt="0"/>
      <dgm:spPr/>
    </dgm:pt>
    <dgm:pt modelId="{90DE97B4-A442-4BD4-9C80-05417DE127B6}" type="pres">
      <dgm:prSet presAssocID="{6C71A5F0-065C-4782-9717-45CA3312CE62}" presName="composite" presStyleCnt="0"/>
      <dgm:spPr/>
    </dgm:pt>
    <dgm:pt modelId="{1711B688-E9F8-4865-BD59-69B54C401B95}" type="pres">
      <dgm:prSet presAssocID="{6C71A5F0-065C-4782-9717-45CA3312CE62}" presName="background" presStyleLbl="node0" presStyleIdx="3" presStyleCnt="4"/>
      <dgm:spPr/>
    </dgm:pt>
    <dgm:pt modelId="{D6A0F4B1-D04D-4C32-8B94-03E2BABE0C14}" type="pres">
      <dgm:prSet presAssocID="{6C71A5F0-065C-4782-9717-45CA3312CE62}" presName="text" presStyleLbl="fgAcc0" presStyleIdx="3" presStyleCnt="4">
        <dgm:presLayoutVars>
          <dgm:chPref val="3"/>
        </dgm:presLayoutVars>
      </dgm:prSet>
      <dgm:spPr/>
    </dgm:pt>
    <dgm:pt modelId="{E7FE56CE-578D-4FEC-9A1D-89647E899F48}" type="pres">
      <dgm:prSet presAssocID="{6C71A5F0-065C-4782-9717-45CA3312CE62}" presName="hierChild2" presStyleCnt="0"/>
      <dgm:spPr/>
    </dgm:pt>
  </dgm:ptLst>
  <dgm:cxnLst>
    <dgm:cxn modelId="{1F735C37-DDAD-410D-B6E1-409BEBB0E3DD}" srcId="{30351039-6209-4A76-865C-222FE4624AB8}" destId="{5C2F9ADB-D8B5-4CF5-93D2-FCB98BE0303E}" srcOrd="2" destOrd="0" parTransId="{BC39CD5E-1285-46FD-95E6-16CA9FCA8A5A}" sibTransId="{6FF2D473-A874-41D1-B59C-831B5784227F}"/>
    <dgm:cxn modelId="{856A815C-4FF2-423A-8782-E66E0FD76233}" srcId="{30351039-6209-4A76-865C-222FE4624AB8}" destId="{6DB51DB9-69DA-4E14-AB89-94932737B997}" srcOrd="0" destOrd="0" parTransId="{987E6436-9D6A-4FCE-8261-B7906637B9FF}" sibTransId="{93E142EA-4395-44A0-8B28-DC91703DDCF8}"/>
    <dgm:cxn modelId="{66F3464A-2081-47C0-8E80-F27170BA6744}" srcId="{30351039-6209-4A76-865C-222FE4624AB8}" destId="{F6CF5DAF-441E-4164-905B-30E24A13D770}" srcOrd="1" destOrd="0" parTransId="{DD51D2EE-8CC6-4C29-A182-EAF0798D260F}" sibTransId="{94332EF8-50FF-4CCA-882B-54E61704A583}"/>
    <dgm:cxn modelId="{4BDEDC50-4635-4DD5-875C-8D3B5E1A1CD7}" type="presOf" srcId="{6DB51DB9-69DA-4E14-AB89-94932737B997}" destId="{AA0E586D-9FB7-41DA-866A-28B7A0B1AFF1}" srcOrd="0" destOrd="0" presId="urn:microsoft.com/office/officeart/2005/8/layout/hierarchy1"/>
    <dgm:cxn modelId="{ECC24F81-8B58-4A7E-B25E-A1154332D8CB}" srcId="{30351039-6209-4A76-865C-222FE4624AB8}" destId="{6C71A5F0-065C-4782-9717-45CA3312CE62}" srcOrd="3" destOrd="0" parTransId="{C7CA100B-4B7A-45D1-8062-482AB0690A14}" sibTransId="{E2BD08A8-594D-43CC-9244-F5917FBD3F13}"/>
    <dgm:cxn modelId="{D17A1A88-AC49-42E3-96A7-418BDE2DCFBA}" type="presOf" srcId="{F6CF5DAF-441E-4164-905B-30E24A13D770}" destId="{B70D5B77-1728-470C-90CF-7C70520108D9}" srcOrd="0" destOrd="0" presId="urn:microsoft.com/office/officeart/2005/8/layout/hierarchy1"/>
    <dgm:cxn modelId="{13FE638A-CF37-4961-A464-035F237036C7}" type="presOf" srcId="{30351039-6209-4A76-865C-222FE4624AB8}" destId="{37977A24-A200-4219-8295-A1BEFF1CE4F8}" srcOrd="0" destOrd="0" presId="urn:microsoft.com/office/officeart/2005/8/layout/hierarchy1"/>
    <dgm:cxn modelId="{0B3DD49A-0042-4319-A15B-ABE60036320D}" type="presOf" srcId="{6C71A5F0-065C-4782-9717-45CA3312CE62}" destId="{D6A0F4B1-D04D-4C32-8B94-03E2BABE0C14}" srcOrd="0" destOrd="0" presId="urn:microsoft.com/office/officeart/2005/8/layout/hierarchy1"/>
    <dgm:cxn modelId="{578A68F3-9D57-4316-817E-675CD4A34FB4}" type="presOf" srcId="{5C2F9ADB-D8B5-4CF5-93D2-FCB98BE0303E}" destId="{B42BDFC9-7917-4308-96F5-7939EAE6BACA}" srcOrd="0" destOrd="0" presId="urn:microsoft.com/office/officeart/2005/8/layout/hierarchy1"/>
    <dgm:cxn modelId="{AFBA0F2C-5BAE-4E04-B799-4FF52D0B3106}" type="presParOf" srcId="{37977A24-A200-4219-8295-A1BEFF1CE4F8}" destId="{2810942B-669E-4DA2-90CB-264B8CBB607E}" srcOrd="0" destOrd="0" presId="urn:microsoft.com/office/officeart/2005/8/layout/hierarchy1"/>
    <dgm:cxn modelId="{40FD4DF8-3000-4771-A302-93CAF6F87CA4}" type="presParOf" srcId="{2810942B-669E-4DA2-90CB-264B8CBB607E}" destId="{64F4ED01-3D59-46D1-9EB4-B6ADC063EE7F}" srcOrd="0" destOrd="0" presId="urn:microsoft.com/office/officeart/2005/8/layout/hierarchy1"/>
    <dgm:cxn modelId="{3BBF093C-6B2C-4E25-8295-598540DF707C}" type="presParOf" srcId="{64F4ED01-3D59-46D1-9EB4-B6ADC063EE7F}" destId="{226A3D9B-6B13-4AB3-A077-8226FDDB03F1}" srcOrd="0" destOrd="0" presId="urn:microsoft.com/office/officeart/2005/8/layout/hierarchy1"/>
    <dgm:cxn modelId="{5CDADC59-7B90-4962-A3DE-BBA0996A111C}" type="presParOf" srcId="{64F4ED01-3D59-46D1-9EB4-B6ADC063EE7F}" destId="{AA0E586D-9FB7-41DA-866A-28B7A0B1AFF1}" srcOrd="1" destOrd="0" presId="urn:microsoft.com/office/officeart/2005/8/layout/hierarchy1"/>
    <dgm:cxn modelId="{F5154F59-6E1B-4090-80CD-26E21DD7E62B}" type="presParOf" srcId="{2810942B-669E-4DA2-90CB-264B8CBB607E}" destId="{91E534B5-42A1-4633-AE8E-0F135B6137F4}" srcOrd="1" destOrd="0" presId="urn:microsoft.com/office/officeart/2005/8/layout/hierarchy1"/>
    <dgm:cxn modelId="{A8A065F0-25EF-4B17-8313-BBD0FC58077F}" type="presParOf" srcId="{37977A24-A200-4219-8295-A1BEFF1CE4F8}" destId="{4C822E11-4298-46D2-A7B0-A9C047E407EF}" srcOrd="1" destOrd="0" presId="urn:microsoft.com/office/officeart/2005/8/layout/hierarchy1"/>
    <dgm:cxn modelId="{3DAC9D43-AC37-42FB-85F3-FBE9809AE91E}" type="presParOf" srcId="{4C822E11-4298-46D2-A7B0-A9C047E407EF}" destId="{95FFC011-ABAE-4545-8CC0-7CEE56BA7553}" srcOrd="0" destOrd="0" presId="urn:microsoft.com/office/officeart/2005/8/layout/hierarchy1"/>
    <dgm:cxn modelId="{3F2EEB4E-65A2-46CA-8031-229043A64AD1}" type="presParOf" srcId="{95FFC011-ABAE-4545-8CC0-7CEE56BA7553}" destId="{D9700294-464D-4DE1-AD58-0179F9CDB8A6}" srcOrd="0" destOrd="0" presId="urn:microsoft.com/office/officeart/2005/8/layout/hierarchy1"/>
    <dgm:cxn modelId="{94330A0F-25AF-4C9D-B08C-3DDD0A5BCB41}" type="presParOf" srcId="{95FFC011-ABAE-4545-8CC0-7CEE56BA7553}" destId="{B70D5B77-1728-470C-90CF-7C70520108D9}" srcOrd="1" destOrd="0" presId="urn:microsoft.com/office/officeart/2005/8/layout/hierarchy1"/>
    <dgm:cxn modelId="{4A5E7E17-E7A9-43E8-8018-51B06D0FC3A7}" type="presParOf" srcId="{4C822E11-4298-46D2-A7B0-A9C047E407EF}" destId="{3042841F-F651-4A4C-A07C-41B4645A23B6}" srcOrd="1" destOrd="0" presId="urn:microsoft.com/office/officeart/2005/8/layout/hierarchy1"/>
    <dgm:cxn modelId="{4DD6689D-C2BC-43A7-8BF9-E6D85018B6AC}" type="presParOf" srcId="{37977A24-A200-4219-8295-A1BEFF1CE4F8}" destId="{36D3CC26-2D5D-4C48-9AF4-3536C53951A0}" srcOrd="2" destOrd="0" presId="urn:microsoft.com/office/officeart/2005/8/layout/hierarchy1"/>
    <dgm:cxn modelId="{68EDCCFA-DDB1-483F-A044-2ED56460EADA}" type="presParOf" srcId="{36D3CC26-2D5D-4C48-9AF4-3536C53951A0}" destId="{EB4C99D3-4D8B-4C9D-90EB-D371D4283D61}" srcOrd="0" destOrd="0" presId="urn:microsoft.com/office/officeart/2005/8/layout/hierarchy1"/>
    <dgm:cxn modelId="{F1650F35-9F99-4A0D-BB78-EFC500B40333}" type="presParOf" srcId="{EB4C99D3-4D8B-4C9D-90EB-D371D4283D61}" destId="{BB3832CF-59C5-4571-9166-F66496D9DA3A}" srcOrd="0" destOrd="0" presId="urn:microsoft.com/office/officeart/2005/8/layout/hierarchy1"/>
    <dgm:cxn modelId="{A0440306-0676-441B-87DC-02E68218FC01}" type="presParOf" srcId="{EB4C99D3-4D8B-4C9D-90EB-D371D4283D61}" destId="{B42BDFC9-7917-4308-96F5-7939EAE6BACA}" srcOrd="1" destOrd="0" presId="urn:microsoft.com/office/officeart/2005/8/layout/hierarchy1"/>
    <dgm:cxn modelId="{BE26B824-DF9D-42D8-B7F9-959E24838B3B}" type="presParOf" srcId="{36D3CC26-2D5D-4C48-9AF4-3536C53951A0}" destId="{83A7042F-F186-44F4-B1F2-8E5E57F238C6}" srcOrd="1" destOrd="0" presId="urn:microsoft.com/office/officeart/2005/8/layout/hierarchy1"/>
    <dgm:cxn modelId="{A0B0D9B5-A08A-447C-B1F1-D6C50292E713}" type="presParOf" srcId="{37977A24-A200-4219-8295-A1BEFF1CE4F8}" destId="{03A0D5A8-7B53-4EAA-BC18-6DBAEE97B44A}" srcOrd="3" destOrd="0" presId="urn:microsoft.com/office/officeart/2005/8/layout/hierarchy1"/>
    <dgm:cxn modelId="{44043352-3A06-4787-8D7C-AE33FA3C9DEC}" type="presParOf" srcId="{03A0D5A8-7B53-4EAA-BC18-6DBAEE97B44A}" destId="{90DE97B4-A442-4BD4-9C80-05417DE127B6}" srcOrd="0" destOrd="0" presId="urn:microsoft.com/office/officeart/2005/8/layout/hierarchy1"/>
    <dgm:cxn modelId="{45829622-3672-47E6-9B12-C53865A5A3F1}" type="presParOf" srcId="{90DE97B4-A442-4BD4-9C80-05417DE127B6}" destId="{1711B688-E9F8-4865-BD59-69B54C401B95}" srcOrd="0" destOrd="0" presId="urn:microsoft.com/office/officeart/2005/8/layout/hierarchy1"/>
    <dgm:cxn modelId="{834925BC-878D-4307-9CDD-8804F5165CFD}" type="presParOf" srcId="{90DE97B4-A442-4BD4-9C80-05417DE127B6}" destId="{D6A0F4B1-D04D-4C32-8B94-03E2BABE0C14}" srcOrd="1" destOrd="0" presId="urn:microsoft.com/office/officeart/2005/8/layout/hierarchy1"/>
    <dgm:cxn modelId="{FEB934D0-84CF-41E1-AF2A-7E4FAD718AC9}" type="presParOf" srcId="{03A0D5A8-7B53-4EAA-BC18-6DBAEE97B44A}" destId="{E7FE56CE-578D-4FEC-9A1D-89647E899F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A1D4028-0691-451B-BAFB-3379ABDC5C5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CDA9AF3-5D08-47C9-904C-225483DFEA29}">
      <dgm:prSet/>
      <dgm:spPr/>
      <dgm:t>
        <a:bodyPr/>
        <a:lstStyle/>
        <a:p>
          <a:r>
            <a:rPr lang="pt-BR"/>
            <a:t>Formalização simplificada</a:t>
          </a:r>
          <a:endParaRPr lang="en-US"/>
        </a:p>
      </dgm:t>
    </dgm:pt>
    <dgm:pt modelId="{C028211B-691B-4C7D-9FF2-30F039E30F69}" type="parTrans" cxnId="{2694C55E-993F-4162-8198-CDFAB9E26C02}">
      <dgm:prSet/>
      <dgm:spPr/>
      <dgm:t>
        <a:bodyPr/>
        <a:lstStyle/>
        <a:p>
          <a:endParaRPr lang="en-US"/>
        </a:p>
      </dgm:t>
    </dgm:pt>
    <dgm:pt modelId="{02980E7B-0529-4968-B5FD-A0A5C18A723B}" type="sibTrans" cxnId="{2694C55E-993F-4162-8198-CDFAB9E26C02}">
      <dgm:prSet/>
      <dgm:spPr/>
      <dgm:t>
        <a:bodyPr/>
        <a:lstStyle/>
        <a:p>
          <a:endParaRPr lang="en-US"/>
        </a:p>
      </dgm:t>
    </dgm:pt>
    <dgm:pt modelId="{C42D3826-284B-409E-A554-A3AFF916C23D}">
      <dgm:prSet/>
      <dgm:spPr/>
      <dgm:t>
        <a:bodyPr/>
        <a:lstStyle/>
        <a:p>
          <a:r>
            <a:rPr lang="pt-BR"/>
            <a:t>Baixo custo mensal</a:t>
          </a:r>
          <a:endParaRPr lang="en-US"/>
        </a:p>
      </dgm:t>
    </dgm:pt>
    <dgm:pt modelId="{E13381CB-F387-4ED5-9519-6F94A57383A5}" type="parTrans" cxnId="{A29FA896-22DD-4F60-A6C5-7E371B19AE70}">
      <dgm:prSet/>
      <dgm:spPr/>
      <dgm:t>
        <a:bodyPr/>
        <a:lstStyle/>
        <a:p>
          <a:endParaRPr lang="en-US"/>
        </a:p>
      </dgm:t>
    </dgm:pt>
    <dgm:pt modelId="{39D286FD-21E5-4276-B372-0E243EFD19A9}" type="sibTrans" cxnId="{A29FA896-22DD-4F60-A6C5-7E371B19AE70}">
      <dgm:prSet/>
      <dgm:spPr/>
      <dgm:t>
        <a:bodyPr/>
        <a:lstStyle/>
        <a:p>
          <a:endParaRPr lang="en-US"/>
        </a:p>
      </dgm:t>
    </dgm:pt>
    <dgm:pt modelId="{10EBF2CB-C87E-45FC-89CA-D87C54189AAD}">
      <dgm:prSet/>
      <dgm:spPr/>
      <dgm:t>
        <a:bodyPr/>
        <a:lstStyle/>
        <a:p>
          <a:r>
            <a:rPr lang="pt-BR"/>
            <a:t>Direito à previdência</a:t>
          </a:r>
          <a:endParaRPr lang="en-US"/>
        </a:p>
      </dgm:t>
    </dgm:pt>
    <dgm:pt modelId="{E26A9054-2EE6-4E41-B01C-6E2157C618DB}" type="parTrans" cxnId="{A1CE9D6A-3393-495C-AA67-91BD8E98DB59}">
      <dgm:prSet/>
      <dgm:spPr/>
      <dgm:t>
        <a:bodyPr/>
        <a:lstStyle/>
        <a:p>
          <a:endParaRPr lang="en-US"/>
        </a:p>
      </dgm:t>
    </dgm:pt>
    <dgm:pt modelId="{70DCFBE7-5A7E-4EF2-9F93-1212F8CDFBE1}" type="sibTrans" cxnId="{A1CE9D6A-3393-495C-AA67-91BD8E98DB59}">
      <dgm:prSet/>
      <dgm:spPr/>
      <dgm:t>
        <a:bodyPr/>
        <a:lstStyle/>
        <a:p>
          <a:endParaRPr lang="en-US"/>
        </a:p>
      </dgm:t>
    </dgm:pt>
    <dgm:pt modelId="{22CA9058-4C50-440A-94D2-836DC42A85C5}">
      <dgm:prSet/>
      <dgm:spPr/>
      <dgm:t>
        <a:bodyPr/>
        <a:lstStyle/>
        <a:p>
          <a:r>
            <a:rPr lang="pt-BR"/>
            <a:t>Emissão de nota fiscal</a:t>
          </a:r>
          <a:endParaRPr lang="en-US"/>
        </a:p>
      </dgm:t>
    </dgm:pt>
    <dgm:pt modelId="{317BA92A-9BA7-46AB-9EAA-FCAA291C0255}" type="parTrans" cxnId="{585D33DF-2CB5-413D-92DF-9C77F775B8C4}">
      <dgm:prSet/>
      <dgm:spPr/>
      <dgm:t>
        <a:bodyPr/>
        <a:lstStyle/>
        <a:p>
          <a:endParaRPr lang="en-US"/>
        </a:p>
      </dgm:t>
    </dgm:pt>
    <dgm:pt modelId="{44C11A98-A32C-4373-9880-83EFF59A3ED9}" type="sibTrans" cxnId="{585D33DF-2CB5-413D-92DF-9C77F775B8C4}">
      <dgm:prSet/>
      <dgm:spPr/>
      <dgm:t>
        <a:bodyPr/>
        <a:lstStyle/>
        <a:p>
          <a:endParaRPr lang="en-US"/>
        </a:p>
      </dgm:t>
    </dgm:pt>
    <dgm:pt modelId="{ADD13402-2221-4A8F-B6AC-E66AFD982430}">
      <dgm:prSet/>
      <dgm:spPr/>
      <dgm:t>
        <a:bodyPr/>
        <a:lstStyle/>
        <a:p>
          <a:r>
            <a:rPr lang="pt-BR"/>
            <a:t>Facilidade de abertura.</a:t>
          </a:r>
          <a:endParaRPr lang="en-US"/>
        </a:p>
      </dgm:t>
    </dgm:pt>
    <dgm:pt modelId="{E6003D50-B590-42C9-8E8C-F16C6C492625}" type="parTrans" cxnId="{F5ADADD4-B0FB-4693-9E4D-1F80230FEF63}">
      <dgm:prSet/>
      <dgm:spPr/>
      <dgm:t>
        <a:bodyPr/>
        <a:lstStyle/>
        <a:p>
          <a:endParaRPr lang="en-US"/>
        </a:p>
      </dgm:t>
    </dgm:pt>
    <dgm:pt modelId="{D521CAE9-3DED-43B0-9E2A-B8B9D64A07AD}" type="sibTrans" cxnId="{F5ADADD4-B0FB-4693-9E4D-1F80230FEF63}">
      <dgm:prSet/>
      <dgm:spPr/>
      <dgm:t>
        <a:bodyPr/>
        <a:lstStyle/>
        <a:p>
          <a:endParaRPr lang="en-US"/>
        </a:p>
      </dgm:t>
    </dgm:pt>
    <dgm:pt modelId="{D4F11AB3-0B40-46F6-8239-27D87E965F16}" type="pres">
      <dgm:prSet presAssocID="{4A1D4028-0691-451B-BAFB-3379ABDC5C52}" presName="root" presStyleCnt="0">
        <dgm:presLayoutVars>
          <dgm:dir/>
          <dgm:resizeHandles val="exact"/>
        </dgm:presLayoutVars>
      </dgm:prSet>
      <dgm:spPr/>
    </dgm:pt>
    <dgm:pt modelId="{C6B1FCB2-2A09-4079-8A86-5630464214C3}" type="pres">
      <dgm:prSet presAssocID="{4A1D4028-0691-451B-BAFB-3379ABDC5C52}" presName="container" presStyleCnt="0">
        <dgm:presLayoutVars>
          <dgm:dir/>
          <dgm:resizeHandles val="exact"/>
        </dgm:presLayoutVars>
      </dgm:prSet>
      <dgm:spPr/>
    </dgm:pt>
    <dgm:pt modelId="{48633E92-A015-40DB-8C5D-809BB77C3169}" type="pres">
      <dgm:prSet presAssocID="{BCDA9AF3-5D08-47C9-904C-225483DFEA29}" presName="compNode" presStyleCnt="0"/>
      <dgm:spPr/>
    </dgm:pt>
    <dgm:pt modelId="{7B005150-6016-4A4E-909C-79179D83740D}" type="pres">
      <dgm:prSet presAssocID="{BCDA9AF3-5D08-47C9-904C-225483DFEA29}" presName="iconBgRect" presStyleLbl="bgShp" presStyleIdx="0" presStyleCnt="5"/>
      <dgm:spPr/>
    </dgm:pt>
    <dgm:pt modelId="{FF359251-C9BF-4AE6-83BF-C7C0CBAAD4F1}" type="pres">
      <dgm:prSet presAssocID="{BCDA9AF3-5D08-47C9-904C-225483DFEA2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E54B1AE1-4CD2-4A04-A9D2-C6E28D87D20A}" type="pres">
      <dgm:prSet presAssocID="{BCDA9AF3-5D08-47C9-904C-225483DFEA29}" presName="spaceRect" presStyleCnt="0"/>
      <dgm:spPr/>
    </dgm:pt>
    <dgm:pt modelId="{6B712E51-9C4C-4FF9-B60A-FB44C647DF3D}" type="pres">
      <dgm:prSet presAssocID="{BCDA9AF3-5D08-47C9-904C-225483DFEA29}" presName="textRect" presStyleLbl="revTx" presStyleIdx="0" presStyleCnt="5">
        <dgm:presLayoutVars>
          <dgm:chMax val="1"/>
          <dgm:chPref val="1"/>
        </dgm:presLayoutVars>
      </dgm:prSet>
      <dgm:spPr/>
    </dgm:pt>
    <dgm:pt modelId="{02F3C661-1A05-4464-B914-C65347D79955}" type="pres">
      <dgm:prSet presAssocID="{02980E7B-0529-4968-B5FD-A0A5C18A723B}" presName="sibTrans" presStyleLbl="sibTrans2D1" presStyleIdx="0" presStyleCnt="0"/>
      <dgm:spPr/>
    </dgm:pt>
    <dgm:pt modelId="{04807156-7A98-4F06-88FB-1AC1969C577B}" type="pres">
      <dgm:prSet presAssocID="{C42D3826-284B-409E-A554-A3AFF916C23D}" presName="compNode" presStyleCnt="0"/>
      <dgm:spPr/>
    </dgm:pt>
    <dgm:pt modelId="{78081DB0-8A2B-49B5-808F-3F2C5EF11F44}" type="pres">
      <dgm:prSet presAssocID="{C42D3826-284B-409E-A554-A3AFF916C23D}" presName="iconBgRect" presStyleLbl="bgShp" presStyleIdx="1" presStyleCnt="5"/>
      <dgm:spPr/>
    </dgm:pt>
    <dgm:pt modelId="{889DF375-F861-4B81-810F-CA52E464247A}" type="pres">
      <dgm:prSet presAssocID="{C42D3826-284B-409E-A554-A3AFF916C23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9408A932-AC4C-4806-BD18-3B2F52C39520}" type="pres">
      <dgm:prSet presAssocID="{C42D3826-284B-409E-A554-A3AFF916C23D}" presName="spaceRect" presStyleCnt="0"/>
      <dgm:spPr/>
    </dgm:pt>
    <dgm:pt modelId="{F4AE5A3E-E508-4FC0-A354-3909235A5AE1}" type="pres">
      <dgm:prSet presAssocID="{C42D3826-284B-409E-A554-A3AFF916C23D}" presName="textRect" presStyleLbl="revTx" presStyleIdx="1" presStyleCnt="5">
        <dgm:presLayoutVars>
          <dgm:chMax val="1"/>
          <dgm:chPref val="1"/>
        </dgm:presLayoutVars>
      </dgm:prSet>
      <dgm:spPr/>
    </dgm:pt>
    <dgm:pt modelId="{1301E8CA-3683-4184-9C77-C832A86C3350}" type="pres">
      <dgm:prSet presAssocID="{39D286FD-21E5-4276-B372-0E243EFD19A9}" presName="sibTrans" presStyleLbl="sibTrans2D1" presStyleIdx="0" presStyleCnt="0"/>
      <dgm:spPr/>
    </dgm:pt>
    <dgm:pt modelId="{EF7B85ED-1DE2-43A5-90D3-486EB6AB42D0}" type="pres">
      <dgm:prSet presAssocID="{10EBF2CB-C87E-45FC-89CA-D87C54189AAD}" presName="compNode" presStyleCnt="0"/>
      <dgm:spPr/>
    </dgm:pt>
    <dgm:pt modelId="{B6C79F09-810E-4C8F-8D73-8065BBDFEF01}" type="pres">
      <dgm:prSet presAssocID="{10EBF2CB-C87E-45FC-89CA-D87C54189AAD}" presName="iconBgRect" presStyleLbl="bgShp" presStyleIdx="2" presStyleCnt="5"/>
      <dgm:spPr/>
    </dgm:pt>
    <dgm:pt modelId="{67D531C2-F71E-4D65-A273-8952685FED2E}" type="pres">
      <dgm:prSet presAssocID="{10EBF2CB-C87E-45FC-89CA-D87C54189AA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Slight curve"/>
        </a:ext>
      </dgm:extLst>
    </dgm:pt>
    <dgm:pt modelId="{30351BFD-E502-45EE-B454-806260FBD9AF}" type="pres">
      <dgm:prSet presAssocID="{10EBF2CB-C87E-45FC-89CA-D87C54189AAD}" presName="spaceRect" presStyleCnt="0"/>
      <dgm:spPr/>
    </dgm:pt>
    <dgm:pt modelId="{B9A4B9E1-BFBE-4CD8-9914-30A94B212897}" type="pres">
      <dgm:prSet presAssocID="{10EBF2CB-C87E-45FC-89CA-D87C54189AAD}" presName="textRect" presStyleLbl="revTx" presStyleIdx="2" presStyleCnt="5">
        <dgm:presLayoutVars>
          <dgm:chMax val="1"/>
          <dgm:chPref val="1"/>
        </dgm:presLayoutVars>
      </dgm:prSet>
      <dgm:spPr/>
    </dgm:pt>
    <dgm:pt modelId="{F26228EA-6F81-45DC-8002-FA27FDCD8D1C}" type="pres">
      <dgm:prSet presAssocID="{70DCFBE7-5A7E-4EF2-9F93-1212F8CDFBE1}" presName="sibTrans" presStyleLbl="sibTrans2D1" presStyleIdx="0" presStyleCnt="0"/>
      <dgm:spPr/>
    </dgm:pt>
    <dgm:pt modelId="{17F71493-0DAD-40F9-B997-10A09435E976}" type="pres">
      <dgm:prSet presAssocID="{22CA9058-4C50-440A-94D2-836DC42A85C5}" presName="compNode" presStyleCnt="0"/>
      <dgm:spPr/>
    </dgm:pt>
    <dgm:pt modelId="{F312893F-8A72-4E99-8BA8-72D99BD60753}" type="pres">
      <dgm:prSet presAssocID="{22CA9058-4C50-440A-94D2-836DC42A85C5}" presName="iconBgRect" presStyleLbl="bgShp" presStyleIdx="3" presStyleCnt="5"/>
      <dgm:spPr/>
    </dgm:pt>
    <dgm:pt modelId="{F6FEFAF6-34DC-452D-9CFA-39AEF3764DDF}" type="pres">
      <dgm:prSet presAssocID="{22CA9058-4C50-440A-94D2-836DC42A85C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rnal"/>
        </a:ext>
      </dgm:extLst>
    </dgm:pt>
    <dgm:pt modelId="{DE9D1EE9-541F-415C-B55F-A7131D584C71}" type="pres">
      <dgm:prSet presAssocID="{22CA9058-4C50-440A-94D2-836DC42A85C5}" presName="spaceRect" presStyleCnt="0"/>
      <dgm:spPr/>
    </dgm:pt>
    <dgm:pt modelId="{A31608BB-C030-49CC-A9C4-6CBBC10877FE}" type="pres">
      <dgm:prSet presAssocID="{22CA9058-4C50-440A-94D2-836DC42A85C5}" presName="textRect" presStyleLbl="revTx" presStyleIdx="3" presStyleCnt="5">
        <dgm:presLayoutVars>
          <dgm:chMax val="1"/>
          <dgm:chPref val="1"/>
        </dgm:presLayoutVars>
      </dgm:prSet>
      <dgm:spPr/>
    </dgm:pt>
    <dgm:pt modelId="{1DF4CD2F-836E-4B64-916E-A4AB68328048}" type="pres">
      <dgm:prSet presAssocID="{44C11A98-A32C-4373-9880-83EFF59A3ED9}" presName="sibTrans" presStyleLbl="sibTrans2D1" presStyleIdx="0" presStyleCnt="0"/>
      <dgm:spPr/>
    </dgm:pt>
    <dgm:pt modelId="{AAE978E1-4505-46AC-893E-B1FA4F478F0E}" type="pres">
      <dgm:prSet presAssocID="{ADD13402-2221-4A8F-B6AC-E66AFD982430}" presName="compNode" presStyleCnt="0"/>
      <dgm:spPr/>
    </dgm:pt>
    <dgm:pt modelId="{D2D7E26E-E9C1-4D88-8AE2-446D28CAFDBC}" type="pres">
      <dgm:prSet presAssocID="{ADD13402-2221-4A8F-B6AC-E66AFD982430}" presName="iconBgRect" presStyleLbl="bgShp" presStyleIdx="4" presStyleCnt="5"/>
      <dgm:spPr/>
    </dgm:pt>
    <dgm:pt modelId="{80A80B39-007A-461C-ACA5-8E33D8758BE6}" type="pres">
      <dgm:prSet presAssocID="{ADD13402-2221-4A8F-B6AC-E66AFD98243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gua"/>
        </a:ext>
      </dgm:extLst>
    </dgm:pt>
    <dgm:pt modelId="{E1A185AA-9E3A-43B1-9204-DF9F1420D4A5}" type="pres">
      <dgm:prSet presAssocID="{ADD13402-2221-4A8F-B6AC-E66AFD982430}" presName="spaceRect" presStyleCnt="0"/>
      <dgm:spPr/>
    </dgm:pt>
    <dgm:pt modelId="{23A326F1-A4BC-417D-BD06-9DB5E97226C5}" type="pres">
      <dgm:prSet presAssocID="{ADD13402-2221-4A8F-B6AC-E66AFD98243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9EFD01D-F0D9-4323-B193-3437FD47F8ED}" type="presOf" srcId="{22CA9058-4C50-440A-94D2-836DC42A85C5}" destId="{A31608BB-C030-49CC-A9C4-6CBBC10877FE}" srcOrd="0" destOrd="0" presId="urn:microsoft.com/office/officeart/2018/2/layout/IconCircleList"/>
    <dgm:cxn modelId="{D0096620-7919-4537-AC04-944150A37536}" type="presOf" srcId="{70DCFBE7-5A7E-4EF2-9F93-1212F8CDFBE1}" destId="{F26228EA-6F81-45DC-8002-FA27FDCD8D1C}" srcOrd="0" destOrd="0" presId="urn:microsoft.com/office/officeart/2018/2/layout/IconCircleList"/>
    <dgm:cxn modelId="{3C94B428-EAF2-40CF-95DD-F163D492BEDF}" type="presOf" srcId="{44C11A98-A32C-4373-9880-83EFF59A3ED9}" destId="{1DF4CD2F-836E-4B64-916E-A4AB68328048}" srcOrd="0" destOrd="0" presId="urn:microsoft.com/office/officeart/2018/2/layout/IconCircleList"/>
    <dgm:cxn modelId="{00B1BE5E-BA97-4F77-A1B1-8F9AB08EABFA}" type="presOf" srcId="{ADD13402-2221-4A8F-B6AC-E66AFD982430}" destId="{23A326F1-A4BC-417D-BD06-9DB5E97226C5}" srcOrd="0" destOrd="0" presId="urn:microsoft.com/office/officeart/2018/2/layout/IconCircleList"/>
    <dgm:cxn modelId="{2694C55E-993F-4162-8198-CDFAB9E26C02}" srcId="{4A1D4028-0691-451B-BAFB-3379ABDC5C52}" destId="{BCDA9AF3-5D08-47C9-904C-225483DFEA29}" srcOrd="0" destOrd="0" parTransId="{C028211B-691B-4C7D-9FF2-30F039E30F69}" sibTransId="{02980E7B-0529-4968-B5FD-A0A5C18A723B}"/>
    <dgm:cxn modelId="{D45DB644-1A6F-4C7F-BB9E-034DC7296A80}" type="presOf" srcId="{39D286FD-21E5-4276-B372-0E243EFD19A9}" destId="{1301E8CA-3683-4184-9C77-C832A86C3350}" srcOrd="0" destOrd="0" presId="urn:microsoft.com/office/officeart/2018/2/layout/IconCircleList"/>
    <dgm:cxn modelId="{06DD8B67-7F67-47A0-9AAF-E39F11BA6DA2}" type="presOf" srcId="{C42D3826-284B-409E-A554-A3AFF916C23D}" destId="{F4AE5A3E-E508-4FC0-A354-3909235A5AE1}" srcOrd="0" destOrd="0" presId="urn:microsoft.com/office/officeart/2018/2/layout/IconCircleList"/>
    <dgm:cxn modelId="{A1CE9D6A-3393-495C-AA67-91BD8E98DB59}" srcId="{4A1D4028-0691-451B-BAFB-3379ABDC5C52}" destId="{10EBF2CB-C87E-45FC-89CA-D87C54189AAD}" srcOrd="2" destOrd="0" parTransId="{E26A9054-2EE6-4E41-B01C-6E2157C618DB}" sibTransId="{70DCFBE7-5A7E-4EF2-9F93-1212F8CDFBE1}"/>
    <dgm:cxn modelId="{C75AD075-6C9C-4759-B3FA-A3505F0B268B}" type="presOf" srcId="{10EBF2CB-C87E-45FC-89CA-D87C54189AAD}" destId="{B9A4B9E1-BFBE-4CD8-9914-30A94B212897}" srcOrd="0" destOrd="0" presId="urn:microsoft.com/office/officeart/2018/2/layout/IconCircleList"/>
    <dgm:cxn modelId="{209EE67A-C825-47F8-9B14-6258D8A73032}" type="presOf" srcId="{BCDA9AF3-5D08-47C9-904C-225483DFEA29}" destId="{6B712E51-9C4C-4FF9-B60A-FB44C647DF3D}" srcOrd="0" destOrd="0" presId="urn:microsoft.com/office/officeart/2018/2/layout/IconCircleList"/>
    <dgm:cxn modelId="{A29FA896-22DD-4F60-A6C5-7E371B19AE70}" srcId="{4A1D4028-0691-451B-BAFB-3379ABDC5C52}" destId="{C42D3826-284B-409E-A554-A3AFF916C23D}" srcOrd="1" destOrd="0" parTransId="{E13381CB-F387-4ED5-9519-6F94A57383A5}" sibTransId="{39D286FD-21E5-4276-B372-0E243EFD19A9}"/>
    <dgm:cxn modelId="{F5ADADD4-B0FB-4693-9E4D-1F80230FEF63}" srcId="{4A1D4028-0691-451B-BAFB-3379ABDC5C52}" destId="{ADD13402-2221-4A8F-B6AC-E66AFD982430}" srcOrd="4" destOrd="0" parTransId="{E6003D50-B590-42C9-8E8C-F16C6C492625}" sibTransId="{D521CAE9-3DED-43B0-9E2A-B8B9D64A07AD}"/>
    <dgm:cxn modelId="{585D33DF-2CB5-413D-92DF-9C77F775B8C4}" srcId="{4A1D4028-0691-451B-BAFB-3379ABDC5C52}" destId="{22CA9058-4C50-440A-94D2-836DC42A85C5}" srcOrd="3" destOrd="0" parTransId="{317BA92A-9BA7-46AB-9EAA-FCAA291C0255}" sibTransId="{44C11A98-A32C-4373-9880-83EFF59A3ED9}"/>
    <dgm:cxn modelId="{6C3DD7EA-28EB-4AA9-A88B-F331F31D9180}" type="presOf" srcId="{02980E7B-0529-4968-B5FD-A0A5C18A723B}" destId="{02F3C661-1A05-4464-B914-C65347D79955}" srcOrd="0" destOrd="0" presId="urn:microsoft.com/office/officeart/2018/2/layout/IconCircleList"/>
    <dgm:cxn modelId="{CD7BFDF4-698C-40FC-88E7-01FE73C0325D}" type="presOf" srcId="{4A1D4028-0691-451B-BAFB-3379ABDC5C52}" destId="{D4F11AB3-0B40-46F6-8239-27D87E965F16}" srcOrd="0" destOrd="0" presId="urn:microsoft.com/office/officeart/2018/2/layout/IconCircleList"/>
    <dgm:cxn modelId="{7B65311C-574E-4845-B069-EB977AE72211}" type="presParOf" srcId="{D4F11AB3-0B40-46F6-8239-27D87E965F16}" destId="{C6B1FCB2-2A09-4079-8A86-5630464214C3}" srcOrd="0" destOrd="0" presId="urn:microsoft.com/office/officeart/2018/2/layout/IconCircleList"/>
    <dgm:cxn modelId="{5E05C981-BA45-4220-849E-F6AA461015D8}" type="presParOf" srcId="{C6B1FCB2-2A09-4079-8A86-5630464214C3}" destId="{48633E92-A015-40DB-8C5D-809BB77C3169}" srcOrd="0" destOrd="0" presId="urn:microsoft.com/office/officeart/2018/2/layout/IconCircleList"/>
    <dgm:cxn modelId="{2D6BC2A4-4305-4053-B4CE-BF5E219D373A}" type="presParOf" srcId="{48633E92-A015-40DB-8C5D-809BB77C3169}" destId="{7B005150-6016-4A4E-909C-79179D83740D}" srcOrd="0" destOrd="0" presId="urn:microsoft.com/office/officeart/2018/2/layout/IconCircleList"/>
    <dgm:cxn modelId="{58709A1B-57E5-4F80-B08C-470F56213FCD}" type="presParOf" srcId="{48633E92-A015-40DB-8C5D-809BB77C3169}" destId="{FF359251-C9BF-4AE6-83BF-C7C0CBAAD4F1}" srcOrd="1" destOrd="0" presId="urn:microsoft.com/office/officeart/2018/2/layout/IconCircleList"/>
    <dgm:cxn modelId="{D50C79D1-9EF9-4FDB-9929-E6A01798F0FC}" type="presParOf" srcId="{48633E92-A015-40DB-8C5D-809BB77C3169}" destId="{E54B1AE1-4CD2-4A04-A9D2-C6E28D87D20A}" srcOrd="2" destOrd="0" presId="urn:microsoft.com/office/officeart/2018/2/layout/IconCircleList"/>
    <dgm:cxn modelId="{251EBD9A-3A53-45C1-AFE4-EF74264D5A13}" type="presParOf" srcId="{48633E92-A015-40DB-8C5D-809BB77C3169}" destId="{6B712E51-9C4C-4FF9-B60A-FB44C647DF3D}" srcOrd="3" destOrd="0" presId="urn:microsoft.com/office/officeart/2018/2/layout/IconCircleList"/>
    <dgm:cxn modelId="{63E174E8-137D-46DB-8377-DD3A0E72A46B}" type="presParOf" srcId="{C6B1FCB2-2A09-4079-8A86-5630464214C3}" destId="{02F3C661-1A05-4464-B914-C65347D79955}" srcOrd="1" destOrd="0" presId="urn:microsoft.com/office/officeart/2018/2/layout/IconCircleList"/>
    <dgm:cxn modelId="{D1DAC647-273F-4FB8-B4F4-9ED16756BF2A}" type="presParOf" srcId="{C6B1FCB2-2A09-4079-8A86-5630464214C3}" destId="{04807156-7A98-4F06-88FB-1AC1969C577B}" srcOrd="2" destOrd="0" presId="urn:microsoft.com/office/officeart/2018/2/layout/IconCircleList"/>
    <dgm:cxn modelId="{55AC8B76-B81C-4CED-A0AC-A709E84CB3CC}" type="presParOf" srcId="{04807156-7A98-4F06-88FB-1AC1969C577B}" destId="{78081DB0-8A2B-49B5-808F-3F2C5EF11F44}" srcOrd="0" destOrd="0" presId="urn:microsoft.com/office/officeart/2018/2/layout/IconCircleList"/>
    <dgm:cxn modelId="{79F5264F-9E1F-4B57-BDB4-542C22833D07}" type="presParOf" srcId="{04807156-7A98-4F06-88FB-1AC1969C577B}" destId="{889DF375-F861-4B81-810F-CA52E464247A}" srcOrd="1" destOrd="0" presId="urn:microsoft.com/office/officeart/2018/2/layout/IconCircleList"/>
    <dgm:cxn modelId="{7EE80727-4109-49FB-B997-723E25FC2766}" type="presParOf" srcId="{04807156-7A98-4F06-88FB-1AC1969C577B}" destId="{9408A932-AC4C-4806-BD18-3B2F52C39520}" srcOrd="2" destOrd="0" presId="urn:microsoft.com/office/officeart/2018/2/layout/IconCircleList"/>
    <dgm:cxn modelId="{10535E46-2D2C-46E8-9054-9FAC7AE48735}" type="presParOf" srcId="{04807156-7A98-4F06-88FB-1AC1969C577B}" destId="{F4AE5A3E-E508-4FC0-A354-3909235A5AE1}" srcOrd="3" destOrd="0" presId="urn:microsoft.com/office/officeart/2018/2/layout/IconCircleList"/>
    <dgm:cxn modelId="{52D237CB-7D86-44F4-BF34-D6EB7BCA8482}" type="presParOf" srcId="{C6B1FCB2-2A09-4079-8A86-5630464214C3}" destId="{1301E8CA-3683-4184-9C77-C832A86C3350}" srcOrd="3" destOrd="0" presId="urn:microsoft.com/office/officeart/2018/2/layout/IconCircleList"/>
    <dgm:cxn modelId="{103357F7-CF81-44DD-9232-641F444E8DF0}" type="presParOf" srcId="{C6B1FCB2-2A09-4079-8A86-5630464214C3}" destId="{EF7B85ED-1DE2-43A5-90D3-486EB6AB42D0}" srcOrd="4" destOrd="0" presId="urn:microsoft.com/office/officeart/2018/2/layout/IconCircleList"/>
    <dgm:cxn modelId="{A38465D0-1887-400D-8810-9ADC4B920B91}" type="presParOf" srcId="{EF7B85ED-1DE2-43A5-90D3-486EB6AB42D0}" destId="{B6C79F09-810E-4C8F-8D73-8065BBDFEF01}" srcOrd="0" destOrd="0" presId="urn:microsoft.com/office/officeart/2018/2/layout/IconCircleList"/>
    <dgm:cxn modelId="{9F27086D-F2C3-44B3-9E6A-37C569CE753D}" type="presParOf" srcId="{EF7B85ED-1DE2-43A5-90D3-486EB6AB42D0}" destId="{67D531C2-F71E-4D65-A273-8952685FED2E}" srcOrd="1" destOrd="0" presId="urn:microsoft.com/office/officeart/2018/2/layout/IconCircleList"/>
    <dgm:cxn modelId="{D657DB56-C31E-4354-9B4D-01D4A73AD0FF}" type="presParOf" srcId="{EF7B85ED-1DE2-43A5-90D3-486EB6AB42D0}" destId="{30351BFD-E502-45EE-B454-806260FBD9AF}" srcOrd="2" destOrd="0" presId="urn:microsoft.com/office/officeart/2018/2/layout/IconCircleList"/>
    <dgm:cxn modelId="{500C1E27-F6D9-4B52-89F2-96A9FE154C1D}" type="presParOf" srcId="{EF7B85ED-1DE2-43A5-90D3-486EB6AB42D0}" destId="{B9A4B9E1-BFBE-4CD8-9914-30A94B212897}" srcOrd="3" destOrd="0" presId="urn:microsoft.com/office/officeart/2018/2/layout/IconCircleList"/>
    <dgm:cxn modelId="{83C74AEA-C6B4-47CC-BE21-5E4B5616A36A}" type="presParOf" srcId="{C6B1FCB2-2A09-4079-8A86-5630464214C3}" destId="{F26228EA-6F81-45DC-8002-FA27FDCD8D1C}" srcOrd="5" destOrd="0" presId="urn:microsoft.com/office/officeart/2018/2/layout/IconCircleList"/>
    <dgm:cxn modelId="{647D3758-5BE9-4C27-9769-07DC2E61B0F7}" type="presParOf" srcId="{C6B1FCB2-2A09-4079-8A86-5630464214C3}" destId="{17F71493-0DAD-40F9-B997-10A09435E976}" srcOrd="6" destOrd="0" presId="urn:microsoft.com/office/officeart/2018/2/layout/IconCircleList"/>
    <dgm:cxn modelId="{8F9639E6-83EE-4568-8D8D-F93CE533CDCD}" type="presParOf" srcId="{17F71493-0DAD-40F9-B997-10A09435E976}" destId="{F312893F-8A72-4E99-8BA8-72D99BD60753}" srcOrd="0" destOrd="0" presId="urn:microsoft.com/office/officeart/2018/2/layout/IconCircleList"/>
    <dgm:cxn modelId="{B8D91DF3-9391-4C6F-A6F9-AAF9340E3C61}" type="presParOf" srcId="{17F71493-0DAD-40F9-B997-10A09435E976}" destId="{F6FEFAF6-34DC-452D-9CFA-39AEF3764DDF}" srcOrd="1" destOrd="0" presId="urn:microsoft.com/office/officeart/2018/2/layout/IconCircleList"/>
    <dgm:cxn modelId="{42FDDCAD-0792-47CA-8644-A346E59E9B18}" type="presParOf" srcId="{17F71493-0DAD-40F9-B997-10A09435E976}" destId="{DE9D1EE9-541F-415C-B55F-A7131D584C71}" srcOrd="2" destOrd="0" presId="urn:microsoft.com/office/officeart/2018/2/layout/IconCircleList"/>
    <dgm:cxn modelId="{C23ED181-5CD7-479B-AA0C-6CF2621DE0C0}" type="presParOf" srcId="{17F71493-0DAD-40F9-B997-10A09435E976}" destId="{A31608BB-C030-49CC-A9C4-6CBBC10877FE}" srcOrd="3" destOrd="0" presId="urn:microsoft.com/office/officeart/2018/2/layout/IconCircleList"/>
    <dgm:cxn modelId="{589E1DF1-4FDC-4E62-8D7E-3694C9ADF1F6}" type="presParOf" srcId="{C6B1FCB2-2A09-4079-8A86-5630464214C3}" destId="{1DF4CD2F-836E-4B64-916E-A4AB68328048}" srcOrd="7" destOrd="0" presId="urn:microsoft.com/office/officeart/2018/2/layout/IconCircleList"/>
    <dgm:cxn modelId="{F46509FF-72A9-468C-802A-A4AE4493A3BC}" type="presParOf" srcId="{C6B1FCB2-2A09-4079-8A86-5630464214C3}" destId="{AAE978E1-4505-46AC-893E-B1FA4F478F0E}" srcOrd="8" destOrd="0" presId="urn:microsoft.com/office/officeart/2018/2/layout/IconCircleList"/>
    <dgm:cxn modelId="{D933106C-205E-4E7E-A42B-37C4E99A2D5B}" type="presParOf" srcId="{AAE978E1-4505-46AC-893E-B1FA4F478F0E}" destId="{D2D7E26E-E9C1-4D88-8AE2-446D28CAFDBC}" srcOrd="0" destOrd="0" presId="urn:microsoft.com/office/officeart/2018/2/layout/IconCircleList"/>
    <dgm:cxn modelId="{C873E3DC-C446-41E4-A493-038E96E93BC5}" type="presParOf" srcId="{AAE978E1-4505-46AC-893E-B1FA4F478F0E}" destId="{80A80B39-007A-461C-ACA5-8E33D8758BE6}" srcOrd="1" destOrd="0" presId="urn:microsoft.com/office/officeart/2018/2/layout/IconCircleList"/>
    <dgm:cxn modelId="{519115CD-63D9-49D9-8CB9-955B99DC380C}" type="presParOf" srcId="{AAE978E1-4505-46AC-893E-B1FA4F478F0E}" destId="{E1A185AA-9E3A-43B1-9204-DF9F1420D4A5}" srcOrd="2" destOrd="0" presId="urn:microsoft.com/office/officeart/2018/2/layout/IconCircleList"/>
    <dgm:cxn modelId="{998DEC1E-ECC6-4A23-BF48-376979396F6A}" type="presParOf" srcId="{AAE978E1-4505-46AC-893E-B1FA4F478F0E}" destId="{23A326F1-A4BC-417D-BD06-9DB5E97226C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963AEF8-F977-407A-879D-0E255B4DC0E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958A95-F436-49C8-83C7-EC4138B034D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Controlar gastos</a:t>
          </a:r>
          <a:endParaRPr lang="en-US"/>
        </a:p>
      </dgm:t>
    </dgm:pt>
    <dgm:pt modelId="{3773E681-2E70-4728-A6EC-2CB67387F040}" type="parTrans" cxnId="{71E8FEC6-44C3-4AC3-9CE5-FBD39F64B262}">
      <dgm:prSet/>
      <dgm:spPr/>
      <dgm:t>
        <a:bodyPr/>
        <a:lstStyle/>
        <a:p>
          <a:endParaRPr lang="en-US"/>
        </a:p>
      </dgm:t>
    </dgm:pt>
    <dgm:pt modelId="{E9A3C2D8-DCA1-411F-99D4-C02BEB4FC741}" type="sibTrans" cxnId="{71E8FEC6-44C3-4AC3-9CE5-FBD39F64B262}">
      <dgm:prSet/>
      <dgm:spPr/>
      <dgm:t>
        <a:bodyPr/>
        <a:lstStyle/>
        <a:p>
          <a:endParaRPr lang="en-US"/>
        </a:p>
      </dgm:t>
    </dgm:pt>
    <dgm:pt modelId="{20CC2258-BCE4-4EED-A04A-AC52CA8539E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Planejar investimentos</a:t>
          </a:r>
          <a:endParaRPr lang="en-US"/>
        </a:p>
      </dgm:t>
    </dgm:pt>
    <dgm:pt modelId="{33EF2DE4-B220-4617-911A-3DC367DB4AD9}" type="parTrans" cxnId="{749554A5-3875-42E2-A857-CC497A66D213}">
      <dgm:prSet/>
      <dgm:spPr/>
      <dgm:t>
        <a:bodyPr/>
        <a:lstStyle/>
        <a:p>
          <a:endParaRPr lang="en-US"/>
        </a:p>
      </dgm:t>
    </dgm:pt>
    <dgm:pt modelId="{B1677C78-A70A-4E89-BD25-6BFEE6A97AAC}" type="sibTrans" cxnId="{749554A5-3875-42E2-A857-CC497A66D213}">
      <dgm:prSet/>
      <dgm:spPr/>
      <dgm:t>
        <a:bodyPr/>
        <a:lstStyle/>
        <a:p>
          <a:endParaRPr lang="en-US"/>
        </a:p>
      </dgm:t>
    </dgm:pt>
    <dgm:pt modelId="{3DE6897B-8636-4771-956F-0F5813EEE18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Evitar endividamento</a:t>
          </a:r>
          <a:endParaRPr lang="en-US"/>
        </a:p>
      </dgm:t>
    </dgm:pt>
    <dgm:pt modelId="{A2E827FB-4E54-4C71-9DBD-A6B05EBE1F1B}" type="parTrans" cxnId="{AE478B19-12DE-4E9F-B16F-83C7C4FB950A}">
      <dgm:prSet/>
      <dgm:spPr/>
      <dgm:t>
        <a:bodyPr/>
        <a:lstStyle/>
        <a:p>
          <a:endParaRPr lang="en-US"/>
        </a:p>
      </dgm:t>
    </dgm:pt>
    <dgm:pt modelId="{D22584CA-9726-403E-9B73-8964285F00DA}" type="sibTrans" cxnId="{AE478B19-12DE-4E9F-B16F-83C7C4FB950A}">
      <dgm:prSet/>
      <dgm:spPr/>
      <dgm:t>
        <a:bodyPr/>
        <a:lstStyle/>
        <a:p>
          <a:endParaRPr lang="en-US"/>
        </a:p>
      </dgm:t>
    </dgm:pt>
    <dgm:pt modelId="{242B14DC-32BC-4F53-9495-5C427AEECAA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Organizar metas</a:t>
          </a:r>
          <a:endParaRPr lang="en-US"/>
        </a:p>
      </dgm:t>
    </dgm:pt>
    <dgm:pt modelId="{BADF8401-E7F0-4387-99A1-D3283CFF53EE}" type="parTrans" cxnId="{4E42144C-0D5E-4480-8FB9-B6F8F96BD15E}">
      <dgm:prSet/>
      <dgm:spPr/>
      <dgm:t>
        <a:bodyPr/>
        <a:lstStyle/>
        <a:p>
          <a:endParaRPr lang="en-US"/>
        </a:p>
      </dgm:t>
    </dgm:pt>
    <dgm:pt modelId="{A6E5BF20-882C-464E-9534-53D2DB507D96}" type="sibTrans" cxnId="{4E42144C-0D5E-4480-8FB9-B6F8F96BD15E}">
      <dgm:prSet/>
      <dgm:spPr/>
      <dgm:t>
        <a:bodyPr/>
        <a:lstStyle/>
        <a:p>
          <a:endParaRPr lang="en-US"/>
        </a:p>
      </dgm:t>
    </dgm:pt>
    <dgm:pt modelId="{98EC26F0-7E24-4497-A3ED-64ECD08CF7E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Separar finanças pessoais e profissionais.</a:t>
          </a:r>
          <a:endParaRPr lang="en-US"/>
        </a:p>
      </dgm:t>
    </dgm:pt>
    <dgm:pt modelId="{8CA25161-2707-459F-B916-BB6AC24A25D4}" type="parTrans" cxnId="{D58426B4-88C1-44A6-9759-BE6E48CB6F6B}">
      <dgm:prSet/>
      <dgm:spPr/>
      <dgm:t>
        <a:bodyPr/>
        <a:lstStyle/>
        <a:p>
          <a:endParaRPr lang="en-US"/>
        </a:p>
      </dgm:t>
    </dgm:pt>
    <dgm:pt modelId="{A7E7DCC7-8F85-4800-8775-468B51FB3C97}" type="sibTrans" cxnId="{D58426B4-88C1-44A6-9759-BE6E48CB6F6B}">
      <dgm:prSet/>
      <dgm:spPr/>
      <dgm:t>
        <a:bodyPr/>
        <a:lstStyle/>
        <a:p>
          <a:endParaRPr lang="en-US"/>
        </a:p>
      </dgm:t>
    </dgm:pt>
    <dgm:pt modelId="{E22DD205-7560-4C87-B7FE-54E27B075C1C}" type="pres">
      <dgm:prSet presAssocID="{B963AEF8-F977-407A-879D-0E255B4DC0E0}" presName="root" presStyleCnt="0">
        <dgm:presLayoutVars>
          <dgm:dir/>
          <dgm:resizeHandles val="exact"/>
        </dgm:presLayoutVars>
      </dgm:prSet>
      <dgm:spPr/>
    </dgm:pt>
    <dgm:pt modelId="{06734DEB-FC76-4549-AA63-7B1DA49E2405}" type="pres">
      <dgm:prSet presAssocID="{FD958A95-F436-49C8-83C7-EC4138B034DD}" presName="compNode" presStyleCnt="0"/>
      <dgm:spPr/>
    </dgm:pt>
    <dgm:pt modelId="{BDF8FC90-0A59-4967-9095-5933341E7115}" type="pres">
      <dgm:prSet presAssocID="{FD958A95-F436-49C8-83C7-EC4138B034D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F6F66611-40C7-4350-BA63-5051F70B9519}" type="pres">
      <dgm:prSet presAssocID="{FD958A95-F436-49C8-83C7-EC4138B034DD}" presName="spaceRect" presStyleCnt="0"/>
      <dgm:spPr/>
    </dgm:pt>
    <dgm:pt modelId="{96D51059-82B6-46E1-BC60-1AACCAD1AF6F}" type="pres">
      <dgm:prSet presAssocID="{FD958A95-F436-49C8-83C7-EC4138B034DD}" presName="textRect" presStyleLbl="revTx" presStyleIdx="0" presStyleCnt="5">
        <dgm:presLayoutVars>
          <dgm:chMax val="1"/>
          <dgm:chPref val="1"/>
        </dgm:presLayoutVars>
      </dgm:prSet>
      <dgm:spPr/>
    </dgm:pt>
    <dgm:pt modelId="{0C63C29B-7707-4EE8-B4DD-7E635FB367A3}" type="pres">
      <dgm:prSet presAssocID="{E9A3C2D8-DCA1-411F-99D4-C02BEB4FC741}" presName="sibTrans" presStyleCnt="0"/>
      <dgm:spPr/>
    </dgm:pt>
    <dgm:pt modelId="{DE78F2BB-B7A0-48FD-87E7-4BB6FC5D50CE}" type="pres">
      <dgm:prSet presAssocID="{20CC2258-BCE4-4EED-A04A-AC52CA8539E1}" presName="compNode" presStyleCnt="0"/>
      <dgm:spPr/>
    </dgm:pt>
    <dgm:pt modelId="{FDB27DFA-DA62-49F6-AE7F-CF9995FDC4D1}" type="pres">
      <dgm:prSet presAssocID="{20CC2258-BCE4-4EED-A04A-AC52CA8539E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E865443-3CD0-4905-A1CB-1E6B0E3BCF2E}" type="pres">
      <dgm:prSet presAssocID="{20CC2258-BCE4-4EED-A04A-AC52CA8539E1}" presName="spaceRect" presStyleCnt="0"/>
      <dgm:spPr/>
    </dgm:pt>
    <dgm:pt modelId="{2553FA4F-8659-4F49-A87F-953A1C56AD18}" type="pres">
      <dgm:prSet presAssocID="{20CC2258-BCE4-4EED-A04A-AC52CA8539E1}" presName="textRect" presStyleLbl="revTx" presStyleIdx="1" presStyleCnt="5">
        <dgm:presLayoutVars>
          <dgm:chMax val="1"/>
          <dgm:chPref val="1"/>
        </dgm:presLayoutVars>
      </dgm:prSet>
      <dgm:spPr/>
    </dgm:pt>
    <dgm:pt modelId="{DBC20BA6-62AC-4A71-B3AB-481690172252}" type="pres">
      <dgm:prSet presAssocID="{B1677C78-A70A-4E89-BD25-6BFEE6A97AAC}" presName="sibTrans" presStyleCnt="0"/>
      <dgm:spPr/>
    </dgm:pt>
    <dgm:pt modelId="{18264B7B-1FAB-40C0-BD0E-240706575DAD}" type="pres">
      <dgm:prSet presAssocID="{3DE6897B-8636-4771-956F-0F5813EEE188}" presName="compNode" presStyleCnt="0"/>
      <dgm:spPr/>
    </dgm:pt>
    <dgm:pt modelId="{CAC91704-08BB-4BDD-BAB3-33ABD031366C}" type="pres">
      <dgm:prSet presAssocID="{3DE6897B-8636-4771-956F-0F5813EEE18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551D94E6-30C9-4940-BD58-0B5624100CD0}" type="pres">
      <dgm:prSet presAssocID="{3DE6897B-8636-4771-956F-0F5813EEE188}" presName="spaceRect" presStyleCnt="0"/>
      <dgm:spPr/>
    </dgm:pt>
    <dgm:pt modelId="{16D1D055-F756-4B71-B899-383944B6B4C8}" type="pres">
      <dgm:prSet presAssocID="{3DE6897B-8636-4771-956F-0F5813EEE188}" presName="textRect" presStyleLbl="revTx" presStyleIdx="2" presStyleCnt="5">
        <dgm:presLayoutVars>
          <dgm:chMax val="1"/>
          <dgm:chPref val="1"/>
        </dgm:presLayoutVars>
      </dgm:prSet>
      <dgm:spPr/>
    </dgm:pt>
    <dgm:pt modelId="{69EECEE1-694E-4586-8BDF-455E94A07F12}" type="pres">
      <dgm:prSet presAssocID="{D22584CA-9726-403E-9B73-8964285F00DA}" presName="sibTrans" presStyleCnt="0"/>
      <dgm:spPr/>
    </dgm:pt>
    <dgm:pt modelId="{7358D36B-C56D-4B61-8708-DE072C761228}" type="pres">
      <dgm:prSet presAssocID="{242B14DC-32BC-4F53-9495-5C427AEECAAE}" presName="compNode" presStyleCnt="0"/>
      <dgm:spPr/>
    </dgm:pt>
    <dgm:pt modelId="{813A0A35-D3EF-4824-8174-4D569C96C845}" type="pres">
      <dgm:prSet presAssocID="{242B14DC-32BC-4F53-9495-5C427AEECAA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D8BEF139-0D0A-4EAB-AE76-0F8A71A08FEA}" type="pres">
      <dgm:prSet presAssocID="{242B14DC-32BC-4F53-9495-5C427AEECAAE}" presName="spaceRect" presStyleCnt="0"/>
      <dgm:spPr/>
    </dgm:pt>
    <dgm:pt modelId="{60D225A7-6A02-4CE3-B274-7FC2BF739A77}" type="pres">
      <dgm:prSet presAssocID="{242B14DC-32BC-4F53-9495-5C427AEECAAE}" presName="textRect" presStyleLbl="revTx" presStyleIdx="3" presStyleCnt="5">
        <dgm:presLayoutVars>
          <dgm:chMax val="1"/>
          <dgm:chPref val="1"/>
        </dgm:presLayoutVars>
      </dgm:prSet>
      <dgm:spPr/>
    </dgm:pt>
    <dgm:pt modelId="{A492D81F-3F7A-4E34-B3E0-371E94F20971}" type="pres">
      <dgm:prSet presAssocID="{A6E5BF20-882C-464E-9534-53D2DB507D96}" presName="sibTrans" presStyleCnt="0"/>
      <dgm:spPr/>
    </dgm:pt>
    <dgm:pt modelId="{75455B55-C60B-43CD-BB62-A7BFB83124FC}" type="pres">
      <dgm:prSet presAssocID="{98EC26F0-7E24-4497-A3ED-64ECD08CF7E3}" presName="compNode" presStyleCnt="0"/>
      <dgm:spPr/>
    </dgm:pt>
    <dgm:pt modelId="{AE7011FE-F0DE-4466-92D1-2CCAD2582EC1}" type="pres">
      <dgm:prSet presAssocID="{98EC26F0-7E24-4497-A3ED-64ECD08CF7E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edas"/>
        </a:ext>
      </dgm:extLst>
    </dgm:pt>
    <dgm:pt modelId="{32915FE7-E55D-42D0-9891-B3123894AF5D}" type="pres">
      <dgm:prSet presAssocID="{98EC26F0-7E24-4497-A3ED-64ECD08CF7E3}" presName="spaceRect" presStyleCnt="0"/>
      <dgm:spPr/>
    </dgm:pt>
    <dgm:pt modelId="{0E64B006-9FF0-464B-B400-4C7967973B4B}" type="pres">
      <dgm:prSet presAssocID="{98EC26F0-7E24-4497-A3ED-64ECD08CF7E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E478B19-12DE-4E9F-B16F-83C7C4FB950A}" srcId="{B963AEF8-F977-407A-879D-0E255B4DC0E0}" destId="{3DE6897B-8636-4771-956F-0F5813EEE188}" srcOrd="2" destOrd="0" parTransId="{A2E827FB-4E54-4C71-9DBD-A6B05EBE1F1B}" sibTransId="{D22584CA-9726-403E-9B73-8964285F00DA}"/>
    <dgm:cxn modelId="{3DB90940-5441-4583-B86C-D15AEEA0C2B8}" type="presOf" srcId="{242B14DC-32BC-4F53-9495-5C427AEECAAE}" destId="{60D225A7-6A02-4CE3-B274-7FC2BF739A77}" srcOrd="0" destOrd="0" presId="urn:microsoft.com/office/officeart/2018/2/layout/IconLabelList"/>
    <dgm:cxn modelId="{4E42144C-0D5E-4480-8FB9-B6F8F96BD15E}" srcId="{B963AEF8-F977-407A-879D-0E255B4DC0E0}" destId="{242B14DC-32BC-4F53-9495-5C427AEECAAE}" srcOrd="3" destOrd="0" parTransId="{BADF8401-E7F0-4387-99A1-D3283CFF53EE}" sibTransId="{A6E5BF20-882C-464E-9534-53D2DB507D96}"/>
    <dgm:cxn modelId="{72DFD495-3B2F-475A-995E-92A028CDDCB2}" type="presOf" srcId="{3DE6897B-8636-4771-956F-0F5813EEE188}" destId="{16D1D055-F756-4B71-B899-383944B6B4C8}" srcOrd="0" destOrd="0" presId="urn:microsoft.com/office/officeart/2018/2/layout/IconLabelList"/>
    <dgm:cxn modelId="{749554A5-3875-42E2-A857-CC497A66D213}" srcId="{B963AEF8-F977-407A-879D-0E255B4DC0E0}" destId="{20CC2258-BCE4-4EED-A04A-AC52CA8539E1}" srcOrd="1" destOrd="0" parTransId="{33EF2DE4-B220-4617-911A-3DC367DB4AD9}" sibTransId="{B1677C78-A70A-4E89-BD25-6BFEE6A97AAC}"/>
    <dgm:cxn modelId="{F36C30AE-7A92-4155-9B00-A21825810D9B}" type="presOf" srcId="{98EC26F0-7E24-4497-A3ED-64ECD08CF7E3}" destId="{0E64B006-9FF0-464B-B400-4C7967973B4B}" srcOrd="0" destOrd="0" presId="urn:microsoft.com/office/officeart/2018/2/layout/IconLabelList"/>
    <dgm:cxn modelId="{D58426B4-88C1-44A6-9759-BE6E48CB6F6B}" srcId="{B963AEF8-F977-407A-879D-0E255B4DC0E0}" destId="{98EC26F0-7E24-4497-A3ED-64ECD08CF7E3}" srcOrd="4" destOrd="0" parTransId="{8CA25161-2707-459F-B916-BB6AC24A25D4}" sibTransId="{A7E7DCC7-8F85-4800-8775-468B51FB3C97}"/>
    <dgm:cxn modelId="{766960B4-70E0-471E-B7F8-2739AAD4E7A3}" type="presOf" srcId="{20CC2258-BCE4-4EED-A04A-AC52CA8539E1}" destId="{2553FA4F-8659-4F49-A87F-953A1C56AD18}" srcOrd="0" destOrd="0" presId="urn:microsoft.com/office/officeart/2018/2/layout/IconLabelList"/>
    <dgm:cxn modelId="{B26435BE-28CB-4212-8921-318C5059C1D8}" type="presOf" srcId="{B963AEF8-F977-407A-879D-0E255B4DC0E0}" destId="{E22DD205-7560-4C87-B7FE-54E27B075C1C}" srcOrd="0" destOrd="0" presId="urn:microsoft.com/office/officeart/2018/2/layout/IconLabelList"/>
    <dgm:cxn modelId="{CCAF12C1-C3A2-4DC0-98EC-7014E236FD1C}" type="presOf" srcId="{FD958A95-F436-49C8-83C7-EC4138B034DD}" destId="{96D51059-82B6-46E1-BC60-1AACCAD1AF6F}" srcOrd="0" destOrd="0" presId="urn:microsoft.com/office/officeart/2018/2/layout/IconLabelList"/>
    <dgm:cxn modelId="{71E8FEC6-44C3-4AC3-9CE5-FBD39F64B262}" srcId="{B963AEF8-F977-407A-879D-0E255B4DC0E0}" destId="{FD958A95-F436-49C8-83C7-EC4138B034DD}" srcOrd="0" destOrd="0" parTransId="{3773E681-2E70-4728-A6EC-2CB67387F040}" sibTransId="{E9A3C2D8-DCA1-411F-99D4-C02BEB4FC741}"/>
    <dgm:cxn modelId="{2D4850C5-978B-480E-B6DA-D53979542E67}" type="presParOf" srcId="{E22DD205-7560-4C87-B7FE-54E27B075C1C}" destId="{06734DEB-FC76-4549-AA63-7B1DA49E2405}" srcOrd="0" destOrd="0" presId="urn:microsoft.com/office/officeart/2018/2/layout/IconLabelList"/>
    <dgm:cxn modelId="{80DC6878-81ED-4F48-A8E0-4E9E6FD5D662}" type="presParOf" srcId="{06734DEB-FC76-4549-AA63-7B1DA49E2405}" destId="{BDF8FC90-0A59-4967-9095-5933341E7115}" srcOrd="0" destOrd="0" presId="urn:microsoft.com/office/officeart/2018/2/layout/IconLabelList"/>
    <dgm:cxn modelId="{A4AC70AA-46B9-486A-A1FD-865F25ED9A17}" type="presParOf" srcId="{06734DEB-FC76-4549-AA63-7B1DA49E2405}" destId="{F6F66611-40C7-4350-BA63-5051F70B9519}" srcOrd="1" destOrd="0" presId="urn:microsoft.com/office/officeart/2018/2/layout/IconLabelList"/>
    <dgm:cxn modelId="{F6A61E3C-29BE-481F-8A71-7E08ECB3AEDC}" type="presParOf" srcId="{06734DEB-FC76-4549-AA63-7B1DA49E2405}" destId="{96D51059-82B6-46E1-BC60-1AACCAD1AF6F}" srcOrd="2" destOrd="0" presId="urn:microsoft.com/office/officeart/2018/2/layout/IconLabelList"/>
    <dgm:cxn modelId="{7077D824-4641-4C1F-86D9-E83861ED9B9E}" type="presParOf" srcId="{E22DD205-7560-4C87-B7FE-54E27B075C1C}" destId="{0C63C29B-7707-4EE8-B4DD-7E635FB367A3}" srcOrd="1" destOrd="0" presId="urn:microsoft.com/office/officeart/2018/2/layout/IconLabelList"/>
    <dgm:cxn modelId="{061507C0-F574-4927-896F-28FFBF4F11ED}" type="presParOf" srcId="{E22DD205-7560-4C87-B7FE-54E27B075C1C}" destId="{DE78F2BB-B7A0-48FD-87E7-4BB6FC5D50CE}" srcOrd="2" destOrd="0" presId="urn:microsoft.com/office/officeart/2018/2/layout/IconLabelList"/>
    <dgm:cxn modelId="{483C9CB2-E0BC-4340-A9C5-690889E8B734}" type="presParOf" srcId="{DE78F2BB-B7A0-48FD-87E7-4BB6FC5D50CE}" destId="{FDB27DFA-DA62-49F6-AE7F-CF9995FDC4D1}" srcOrd="0" destOrd="0" presId="urn:microsoft.com/office/officeart/2018/2/layout/IconLabelList"/>
    <dgm:cxn modelId="{8A9A7A67-8600-448A-9D1F-FD8AC06B95F2}" type="presParOf" srcId="{DE78F2BB-B7A0-48FD-87E7-4BB6FC5D50CE}" destId="{4E865443-3CD0-4905-A1CB-1E6B0E3BCF2E}" srcOrd="1" destOrd="0" presId="urn:microsoft.com/office/officeart/2018/2/layout/IconLabelList"/>
    <dgm:cxn modelId="{60237963-FB36-49C0-96CF-FE366D215B1A}" type="presParOf" srcId="{DE78F2BB-B7A0-48FD-87E7-4BB6FC5D50CE}" destId="{2553FA4F-8659-4F49-A87F-953A1C56AD18}" srcOrd="2" destOrd="0" presId="urn:microsoft.com/office/officeart/2018/2/layout/IconLabelList"/>
    <dgm:cxn modelId="{A34F0417-FDEC-47E1-9F0E-4BAFA9046413}" type="presParOf" srcId="{E22DD205-7560-4C87-B7FE-54E27B075C1C}" destId="{DBC20BA6-62AC-4A71-B3AB-481690172252}" srcOrd="3" destOrd="0" presId="urn:microsoft.com/office/officeart/2018/2/layout/IconLabelList"/>
    <dgm:cxn modelId="{A347B62A-DA08-482E-BD0F-F3CB9CC6436B}" type="presParOf" srcId="{E22DD205-7560-4C87-B7FE-54E27B075C1C}" destId="{18264B7B-1FAB-40C0-BD0E-240706575DAD}" srcOrd="4" destOrd="0" presId="urn:microsoft.com/office/officeart/2018/2/layout/IconLabelList"/>
    <dgm:cxn modelId="{8DAB301F-F923-47EF-A602-A0AA587C1123}" type="presParOf" srcId="{18264B7B-1FAB-40C0-BD0E-240706575DAD}" destId="{CAC91704-08BB-4BDD-BAB3-33ABD031366C}" srcOrd="0" destOrd="0" presId="urn:microsoft.com/office/officeart/2018/2/layout/IconLabelList"/>
    <dgm:cxn modelId="{D41EB5A9-B3DF-4288-BA56-3203B38E65BE}" type="presParOf" srcId="{18264B7B-1FAB-40C0-BD0E-240706575DAD}" destId="{551D94E6-30C9-4940-BD58-0B5624100CD0}" srcOrd="1" destOrd="0" presId="urn:microsoft.com/office/officeart/2018/2/layout/IconLabelList"/>
    <dgm:cxn modelId="{D411F2F3-4967-458C-8A9F-F9DB868CCC1B}" type="presParOf" srcId="{18264B7B-1FAB-40C0-BD0E-240706575DAD}" destId="{16D1D055-F756-4B71-B899-383944B6B4C8}" srcOrd="2" destOrd="0" presId="urn:microsoft.com/office/officeart/2018/2/layout/IconLabelList"/>
    <dgm:cxn modelId="{ECA215D1-84F4-406E-8BCD-5EA60C15A749}" type="presParOf" srcId="{E22DD205-7560-4C87-B7FE-54E27B075C1C}" destId="{69EECEE1-694E-4586-8BDF-455E94A07F12}" srcOrd="5" destOrd="0" presId="urn:microsoft.com/office/officeart/2018/2/layout/IconLabelList"/>
    <dgm:cxn modelId="{82496EB8-7726-490A-AECC-DEFFABD5CFB1}" type="presParOf" srcId="{E22DD205-7560-4C87-B7FE-54E27B075C1C}" destId="{7358D36B-C56D-4B61-8708-DE072C761228}" srcOrd="6" destOrd="0" presId="urn:microsoft.com/office/officeart/2018/2/layout/IconLabelList"/>
    <dgm:cxn modelId="{C521A8E3-4E69-4A13-84CD-EE22BC1526B8}" type="presParOf" srcId="{7358D36B-C56D-4B61-8708-DE072C761228}" destId="{813A0A35-D3EF-4824-8174-4D569C96C845}" srcOrd="0" destOrd="0" presId="urn:microsoft.com/office/officeart/2018/2/layout/IconLabelList"/>
    <dgm:cxn modelId="{809BCCB1-ED79-4EE9-B986-1E44F188AEC2}" type="presParOf" srcId="{7358D36B-C56D-4B61-8708-DE072C761228}" destId="{D8BEF139-0D0A-4EAB-AE76-0F8A71A08FEA}" srcOrd="1" destOrd="0" presId="urn:microsoft.com/office/officeart/2018/2/layout/IconLabelList"/>
    <dgm:cxn modelId="{F8B3F43D-DB40-4648-9AD4-62B08C982C10}" type="presParOf" srcId="{7358D36B-C56D-4B61-8708-DE072C761228}" destId="{60D225A7-6A02-4CE3-B274-7FC2BF739A77}" srcOrd="2" destOrd="0" presId="urn:microsoft.com/office/officeart/2018/2/layout/IconLabelList"/>
    <dgm:cxn modelId="{F9FF24C7-7D4D-4289-BDB3-20E721078C4E}" type="presParOf" srcId="{E22DD205-7560-4C87-B7FE-54E27B075C1C}" destId="{A492D81F-3F7A-4E34-B3E0-371E94F20971}" srcOrd="7" destOrd="0" presId="urn:microsoft.com/office/officeart/2018/2/layout/IconLabelList"/>
    <dgm:cxn modelId="{865D99E8-74A8-4519-B9D1-E0753246A40D}" type="presParOf" srcId="{E22DD205-7560-4C87-B7FE-54E27B075C1C}" destId="{75455B55-C60B-43CD-BB62-A7BFB83124FC}" srcOrd="8" destOrd="0" presId="urn:microsoft.com/office/officeart/2018/2/layout/IconLabelList"/>
    <dgm:cxn modelId="{33CA5287-A75D-4EB6-80CB-B514B2755C77}" type="presParOf" srcId="{75455B55-C60B-43CD-BB62-A7BFB83124FC}" destId="{AE7011FE-F0DE-4466-92D1-2CCAD2582EC1}" srcOrd="0" destOrd="0" presId="urn:microsoft.com/office/officeart/2018/2/layout/IconLabelList"/>
    <dgm:cxn modelId="{4EA77B5C-24D0-4AEF-B326-639D2C2FE4D1}" type="presParOf" srcId="{75455B55-C60B-43CD-BB62-A7BFB83124FC}" destId="{32915FE7-E55D-42D0-9891-B3123894AF5D}" srcOrd="1" destOrd="0" presId="urn:microsoft.com/office/officeart/2018/2/layout/IconLabelList"/>
    <dgm:cxn modelId="{48539918-B444-475E-B755-AE25EBB492FE}" type="presParOf" srcId="{75455B55-C60B-43CD-BB62-A7BFB83124FC}" destId="{0E64B006-9FF0-464B-B400-4C7967973B4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6F4DBFA-A5BA-4E66-B820-40262704D66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9042C5-C7AA-4479-AF03-D8464F29A1D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Pagamentos de clientes</a:t>
          </a:r>
          <a:endParaRPr lang="en-US"/>
        </a:p>
      </dgm:t>
    </dgm:pt>
    <dgm:pt modelId="{5AF80372-E662-434A-9720-632D1531CB68}" type="parTrans" cxnId="{9A0CE7BC-4A4B-475D-BE04-543DBC0842C8}">
      <dgm:prSet/>
      <dgm:spPr/>
      <dgm:t>
        <a:bodyPr/>
        <a:lstStyle/>
        <a:p>
          <a:endParaRPr lang="en-US"/>
        </a:p>
      </dgm:t>
    </dgm:pt>
    <dgm:pt modelId="{9240E1CA-8CB4-4729-BE74-01D0742C6D21}" type="sibTrans" cxnId="{9A0CE7BC-4A4B-475D-BE04-543DBC0842C8}">
      <dgm:prSet/>
      <dgm:spPr/>
      <dgm:t>
        <a:bodyPr/>
        <a:lstStyle/>
        <a:p>
          <a:endParaRPr lang="en-US"/>
        </a:p>
      </dgm:t>
    </dgm:pt>
    <dgm:pt modelId="{2B9C8466-E891-45E3-9FEE-7A8A34A8FB8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Serviços extras</a:t>
          </a:r>
          <a:endParaRPr lang="en-US"/>
        </a:p>
      </dgm:t>
    </dgm:pt>
    <dgm:pt modelId="{09D3F218-8072-4D01-A3A2-540B9AAE919D}" type="parTrans" cxnId="{BD23C7D0-35BD-4FD1-A172-0094AF315D99}">
      <dgm:prSet/>
      <dgm:spPr/>
      <dgm:t>
        <a:bodyPr/>
        <a:lstStyle/>
        <a:p>
          <a:endParaRPr lang="en-US"/>
        </a:p>
      </dgm:t>
    </dgm:pt>
    <dgm:pt modelId="{4BD01B91-889E-4B73-A0B5-FC17A8A3B6D9}" type="sibTrans" cxnId="{BD23C7D0-35BD-4FD1-A172-0094AF315D99}">
      <dgm:prSet/>
      <dgm:spPr/>
      <dgm:t>
        <a:bodyPr/>
        <a:lstStyle/>
        <a:p>
          <a:endParaRPr lang="en-US"/>
        </a:p>
      </dgm:t>
    </dgm:pt>
    <dgm:pt modelId="{72095FE0-DC2A-494D-BB6E-BDEE4522CD3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Contratos</a:t>
          </a:r>
          <a:endParaRPr lang="en-US"/>
        </a:p>
      </dgm:t>
    </dgm:pt>
    <dgm:pt modelId="{928CAC17-63F7-49D5-BFFA-1A86B6420910}" type="parTrans" cxnId="{386169CE-53F0-43E3-8590-A613D768ED2A}">
      <dgm:prSet/>
      <dgm:spPr/>
      <dgm:t>
        <a:bodyPr/>
        <a:lstStyle/>
        <a:p>
          <a:endParaRPr lang="en-US"/>
        </a:p>
      </dgm:t>
    </dgm:pt>
    <dgm:pt modelId="{88B3C5AF-DDAF-42F8-A765-C967A69997E1}" type="sibTrans" cxnId="{386169CE-53F0-43E3-8590-A613D768ED2A}">
      <dgm:prSet/>
      <dgm:spPr/>
      <dgm:t>
        <a:bodyPr/>
        <a:lstStyle/>
        <a:p>
          <a:endParaRPr lang="en-US"/>
        </a:p>
      </dgm:t>
    </dgm:pt>
    <dgm:pt modelId="{D26233ED-2025-4259-8FBD-98A910C33A41}" type="pres">
      <dgm:prSet presAssocID="{D6F4DBFA-A5BA-4E66-B820-40262704D66C}" presName="root" presStyleCnt="0">
        <dgm:presLayoutVars>
          <dgm:dir/>
          <dgm:resizeHandles val="exact"/>
        </dgm:presLayoutVars>
      </dgm:prSet>
      <dgm:spPr/>
    </dgm:pt>
    <dgm:pt modelId="{CEFD2AE0-4BD9-45D5-A2AA-7B73D10799F8}" type="pres">
      <dgm:prSet presAssocID="{9E9042C5-C7AA-4479-AF03-D8464F29A1D5}" presName="compNode" presStyleCnt="0"/>
      <dgm:spPr/>
    </dgm:pt>
    <dgm:pt modelId="{066B2F0D-FEB8-4A4D-976E-89E4A244A426}" type="pres">
      <dgm:prSet presAssocID="{9E9042C5-C7AA-4479-AF03-D8464F29A1D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licativo do CRM Customer Insights"/>
        </a:ext>
      </dgm:extLst>
    </dgm:pt>
    <dgm:pt modelId="{4939269A-0220-4DFD-97CD-278CE0B9E093}" type="pres">
      <dgm:prSet presAssocID="{9E9042C5-C7AA-4479-AF03-D8464F29A1D5}" presName="spaceRect" presStyleCnt="0"/>
      <dgm:spPr/>
    </dgm:pt>
    <dgm:pt modelId="{90D2A685-C5E1-4CE3-AC14-5E98CE1E5D8E}" type="pres">
      <dgm:prSet presAssocID="{9E9042C5-C7AA-4479-AF03-D8464F29A1D5}" presName="textRect" presStyleLbl="revTx" presStyleIdx="0" presStyleCnt="3">
        <dgm:presLayoutVars>
          <dgm:chMax val="1"/>
          <dgm:chPref val="1"/>
        </dgm:presLayoutVars>
      </dgm:prSet>
      <dgm:spPr/>
    </dgm:pt>
    <dgm:pt modelId="{86EFE43A-6655-488D-ADC9-BF12DFD0B4EC}" type="pres">
      <dgm:prSet presAssocID="{9240E1CA-8CB4-4729-BE74-01D0742C6D21}" presName="sibTrans" presStyleCnt="0"/>
      <dgm:spPr/>
    </dgm:pt>
    <dgm:pt modelId="{9CDE0FFD-E3F5-4FF2-BAFB-5020E2CDB71E}" type="pres">
      <dgm:prSet presAssocID="{2B9C8466-E891-45E3-9FEE-7A8A34A8FB8D}" presName="compNode" presStyleCnt="0"/>
      <dgm:spPr/>
    </dgm:pt>
    <dgm:pt modelId="{97D3D29E-B8C5-4D0A-85F0-073B4C4BCE12}" type="pres">
      <dgm:prSet presAssocID="{2B9C8466-E891-45E3-9FEE-7A8A34A8FB8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Sólido"/>
        </a:ext>
      </dgm:extLst>
    </dgm:pt>
    <dgm:pt modelId="{3C957B63-FF39-4197-9EF0-38F2E34B0C21}" type="pres">
      <dgm:prSet presAssocID="{2B9C8466-E891-45E3-9FEE-7A8A34A8FB8D}" presName="spaceRect" presStyleCnt="0"/>
      <dgm:spPr/>
    </dgm:pt>
    <dgm:pt modelId="{6A24BF30-DD24-4872-9350-84FADCF20303}" type="pres">
      <dgm:prSet presAssocID="{2B9C8466-E891-45E3-9FEE-7A8A34A8FB8D}" presName="textRect" presStyleLbl="revTx" presStyleIdx="1" presStyleCnt="3">
        <dgm:presLayoutVars>
          <dgm:chMax val="1"/>
          <dgm:chPref val="1"/>
        </dgm:presLayoutVars>
      </dgm:prSet>
      <dgm:spPr/>
    </dgm:pt>
    <dgm:pt modelId="{8DCFDC6D-9EE3-422F-AE79-183CFBA15093}" type="pres">
      <dgm:prSet presAssocID="{4BD01B91-889E-4B73-A0B5-FC17A8A3B6D9}" presName="sibTrans" presStyleCnt="0"/>
      <dgm:spPr/>
    </dgm:pt>
    <dgm:pt modelId="{6C0E042D-F897-4F04-B8F4-D9CFD69CD36E}" type="pres">
      <dgm:prSet presAssocID="{72095FE0-DC2A-494D-BB6E-BDEE4522CD31}" presName="compNode" presStyleCnt="0"/>
      <dgm:spPr/>
    </dgm:pt>
    <dgm:pt modelId="{8AFE02FD-7EA8-415E-B9AD-A333BE5080FC}" type="pres">
      <dgm:prSet presAssocID="{72095FE0-DC2A-494D-BB6E-BDEE4522CD3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romissos"/>
        </a:ext>
      </dgm:extLst>
    </dgm:pt>
    <dgm:pt modelId="{DCF84EE2-4552-4AC1-9133-605FB6527DD6}" type="pres">
      <dgm:prSet presAssocID="{72095FE0-DC2A-494D-BB6E-BDEE4522CD31}" presName="spaceRect" presStyleCnt="0"/>
      <dgm:spPr/>
    </dgm:pt>
    <dgm:pt modelId="{0B6EAE1C-07A4-48F9-B408-400F685B9131}" type="pres">
      <dgm:prSet presAssocID="{72095FE0-DC2A-494D-BB6E-BDEE4522CD3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70A134B-9496-4EEF-B010-20CF55D43107}" type="presOf" srcId="{9E9042C5-C7AA-4479-AF03-D8464F29A1D5}" destId="{90D2A685-C5E1-4CE3-AC14-5E98CE1E5D8E}" srcOrd="0" destOrd="0" presId="urn:microsoft.com/office/officeart/2018/2/layout/IconLabelList"/>
    <dgm:cxn modelId="{A3B86C4E-A53A-4E38-A4D4-A5E3E1ECABAD}" type="presOf" srcId="{72095FE0-DC2A-494D-BB6E-BDEE4522CD31}" destId="{0B6EAE1C-07A4-48F9-B408-400F685B9131}" srcOrd="0" destOrd="0" presId="urn:microsoft.com/office/officeart/2018/2/layout/IconLabelList"/>
    <dgm:cxn modelId="{9A0CE7BC-4A4B-475D-BE04-543DBC0842C8}" srcId="{D6F4DBFA-A5BA-4E66-B820-40262704D66C}" destId="{9E9042C5-C7AA-4479-AF03-D8464F29A1D5}" srcOrd="0" destOrd="0" parTransId="{5AF80372-E662-434A-9720-632D1531CB68}" sibTransId="{9240E1CA-8CB4-4729-BE74-01D0742C6D21}"/>
    <dgm:cxn modelId="{386169CE-53F0-43E3-8590-A613D768ED2A}" srcId="{D6F4DBFA-A5BA-4E66-B820-40262704D66C}" destId="{72095FE0-DC2A-494D-BB6E-BDEE4522CD31}" srcOrd="2" destOrd="0" parTransId="{928CAC17-63F7-49D5-BFFA-1A86B6420910}" sibTransId="{88B3C5AF-DDAF-42F8-A765-C967A69997E1}"/>
    <dgm:cxn modelId="{BD23C7D0-35BD-4FD1-A172-0094AF315D99}" srcId="{D6F4DBFA-A5BA-4E66-B820-40262704D66C}" destId="{2B9C8466-E891-45E3-9FEE-7A8A34A8FB8D}" srcOrd="1" destOrd="0" parTransId="{09D3F218-8072-4D01-A3A2-540B9AAE919D}" sibTransId="{4BD01B91-889E-4B73-A0B5-FC17A8A3B6D9}"/>
    <dgm:cxn modelId="{9AE99DF3-A3A8-4A9F-9D78-E5DC3131D5DC}" type="presOf" srcId="{D6F4DBFA-A5BA-4E66-B820-40262704D66C}" destId="{D26233ED-2025-4259-8FBD-98A910C33A41}" srcOrd="0" destOrd="0" presId="urn:microsoft.com/office/officeart/2018/2/layout/IconLabelList"/>
    <dgm:cxn modelId="{BF1450FE-B48C-427C-9C38-618EC7D34DEA}" type="presOf" srcId="{2B9C8466-E891-45E3-9FEE-7A8A34A8FB8D}" destId="{6A24BF30-DD24-4872-9350-84FADCF20303}" srcOrd="0" destOrd="0" presId="urn:microsoft.com/office/officeart/2018/2/layout/IconLabelList"/>
    <dgm:cxn modelId="{7CC989B5-41D1-49EC-B85C-D8D67DE1229B}" type="presParOf" srcId="{D26233ED-2025-4259-8FBD-98A910C33A41}" destId="{CEFD2AE0-4BD9-45D5-A2AA-7B73D10799F8}" srcOrd="0" destOrd="0" presId="urn:microsoft.com/office/officeart/2018/2/layout/IconLabelList"/>
    <dgm:cxn modelId="{1F58B477-D10F-4084-BFBD-7FFA168CC3D1}" type="presParOf" srcId="{CEFD2AE0-4BD9-45D5-A2AA-7B73D10799F8}" destId="{066B2F0D-FEB8-4A4D-976E-89E4A244A426}" srcOrd="0" destOrd="0" presId="urn:microsoft.com/office/officeart/2018/2/layout/IconLabelList"/>
    <dgm:cxn modelId="{4415E20C-A58B-4481-91D8-ED7C36DCAD78}" type="presParOf" srcId="{CEFD2AE0-4BD9-45D5-A2AA-7B73D10799F8}" destId="{4939269A-0220-4DFD-97CD-278CE0B9E093}" srcOrd="1" destOrd="0" presId="urn:microsoft.com/office/officeart/2018/2/layout/IconLabelList"/>
    <dgm:cxn modelId="{12CD8F20-4D07-4289-B51E-A146BA847C5D}" type="presParOf" srcId="{CEFD2AE0-4BD9-45D5-A2AA-7B73D10799F8}" destId="{90D2A685-C5E1-4CE3-AC14-5E98CE1E5D8E}" srcOrd="2" destOrd="0" presId="urn:microsoft.com/office/officeart/2018/2/layout/IconLabelList"/>
    <dgm:cxn modelId="{018C79B2-BED8-4456-A219-E00F49FDF782}" type="presParOf" srcId="{D26233ED-2025-4259-8FBD-98A910C33A41}" destId="{86EFE43A-6655-488D-ADC9-BF12DFD0B4EC}" srcOrd="1" destOrd="0" presId="urn:microsoft.com/office/officeart/2018/2/layout/IconLabelList"/>
    <dgm:cxn modelId="{4F16B142-8088-44B4-9AFA-C415FAD36F8E}" type="presParOf" srcId="{D26233ED-2025-4259-8FBD-98A910C33A41}" destId="{9CDE0FFD-E3F5-4FF2-BAFB-5020E2CDB71E}" srcOrd="2" destOrd="0" presId="urn:microsoft.com/office/officeart/2018/2/layout/IconLabelList"/>
    <dgm:cxn modelId="{3C0A1CE9-6EC7-4881-8F87-27C9F9E87296}" type="presParOf" srcId="{9CDE0FFD-E3F5-4FF2-BAFB-5020E2CDB71E}" destId="{97D3D29E-B8C5-4D0A-85F0-073B4C4BCE12}" srcOrd="0" destOrd="0" presId="urn:microsoft.com/office/officeart/2018/2/layout/IconLabelList"/>
    <dgm:cxn modelId="{7EAF0C8A-0788-4C8E-BA2C-DC6EDB5F3036}" type="presParOf" srcId="{9CDE0FFD-E3F5-4FF2-BAFB-5020E2CDB71E}" destId="{3C957B63-FF39-4197-9EF0-38F2E34B0C21}" srcOrd="1" destOrd="0" presId="urn:microsoft.com/office/officeart/2018/2/layout/IconLabelList"/>
    <dgm:cxn modelId="{52AC8E63-168F-4F24-AEA8-50DB9C636964}" type="presParOf" srcId="{9CDE0FFD-E3F5-4FF2-BAFB-5020E2CDB71E}" destId="{6A24BF30-DD24-4872-9350-84FADCF20303}" srcOrd="2" destOrd="0" presId="urn:microsoft.com/office/officeart/2018/2/layout/IconLabelList"/>
    <dgm:cxn modelId="{B2565CC0-6A47-41B0-BC08-1C4C447E2F0E}" type="presParOf" srcId="{D26233ED-2025-4259-8FBD-98A910C33A41}" destId="{8DCFDC6D-9EE3-422F-AE79-183CFBA15093}" srcOrd="3" destOrd="0" presId="urn:microsoft.com/office/officeart/2018/2/layout/IconLabelList"/>
    <dgm:cxn modelId="{105784B4-7CC4-4C63-A8AB-1C977F2E4B22}" type="presParOf" srcId="{D26233ED-2025-4259-8FBD-98A910C33A41}" destId="{6C0E042D-F897-4F04-B8F4-D9CFD69CD36E}" srcOrd="4" destOrd="0" presId="urn:microsoft.com/office/officeart/2018/2/layout/IconLabelList"/>
    <dgm:cxn modelId="{73269EC9-1A64-4161-ACA4-B3916A9E56B3}" type="presParOf" srcId="{6C0E042D-F897-4F04-B8F4-D9CFD69CD36E}" destId="{8AFE02FD-7EA8-415E-B9AD-A333BE5080FC}" srcOrd="0" destOrd="0" presId="urn:microsoft.com/office/officeart/2018/2/layout/IconLabelList"/>
    <dgm:cxn modelId="{3ABD336D-0DA5-4166-808E-AA72479F0AD3}" type="presParOf" srcId="{6C0E042D-F897-4F04-B8F4-D9CFD69CD36E}" destId="{DCF84EE2-4552-4AC1-9133-605FB6527DD6}" srcOrd="1" destOrd="0" presId="urn:microsoft.com/office/officeart/2018/2/layout/IconLabelList"/>
    <dgm:cxn modelId="{329D5222-B5B7-4467-AC03-D040954AE2F3}" type="presParOf" srcId="{6C0E042D-F897-4F04-B8F4-D9CFD69CD36E}" destId="{0B6EAE1C-07A4-48F9-B408-400F685B91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284BAF2-CBA4-4AB5-99FB-1EFC65C328F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CAADF-E5E4-4329-BB17-B63601E4B63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Comprar materiais</a:t>
          </a:r>
          <a:endParaRPr lang="en-US"/>
        </a:p>
      </dgm:t>
    </dgm:pt>
    <dgm:pt modelId="{207CD639-4539-4CD6-AE51-EF26A331A439}" type="parTrans" cxnId="{CA90B9E9-4981-4D42-ADDF-B59D053BB960}">
      <dgm:prSet/>
      <dgm:spPr/>
      <dgm:t>
        <a:bodyPr/>
        <a:lstStyle/>
        <a:p>
          <a:endParaRPr lang="en-US"/>
        </a:p>
      </dgm:t>
    </dgm:pt>
    <dgm:pt modelId="{FD16C47F-1C12-4136-9014-E2E6E72D7464}" type="sibTrans" cxnId="{CA90B9E9-4981-4D42-ADDF-B59D053BB960}">
      <dgm:prSet/>
      <dgm:spPr/>
      <dgm:t>
        <a:bodyPr/>
        <a:lstStyle/>
        <a:p>
          <a:endParaRPr lang="en-US"/>
        </a:p>
      </dgm:t>
    </dgm:pt>
    <dgm:pt modelId="{B8E9DAE6-094E-447C-ABCB-D01AA4B907B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Fazer cursos</a:t>
          </a:r>
          <a:endParaRPr lang="en-US"/>
        </a:p>
      </dgm:t>
    </dgm:pt>
    <dgm:pt modelId="{359863C9-256A-4550-84D8-6419BD336407}" type="parTrans" cxnId="{30C51642-5CC2-4AC4-B7A1-C5E7E69BF185}">
      <dgm:prSet/>
      <dgm:spPr/>
      <dgm:t>
        <a:bodyPr/>
        <a:lstStyle/>
        <a:p>
          <a:endParaRPr lang="en-US"/>
        </a:p>
      </dgm:t>
    </dgm:pt>
    <dgm:pt modelId="{E75A526D-D910-4FA8-BC39-1267D009A042}" type="sibTrans" cxnId="{30C51642-5CC2-4AC4-B7A1-C5E7E69BF185}">
      <dgm:prSet/>
      <dgm:spPr/>
      <dgm:t>
        <a:bodyPr/>
        <a:lstStyle/>
        <a:p>
          <a:endParaRPr lang="en-US"/>
        </a:p>
      </dgm:t>
    </dgm:pt>
    <dgm:pt modelId="{4424184D-FAF2-4822-8177-44753FCF5B3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Divulgar serviços</a:t>
          </a:r>
          <a:endParaRPr lang="en-US"/>
        </a:p>
      </dgm:t>
    </dgm:pt>
    <dgm:pt modelId="{3881941E-9538-4621-BC99-6EE5BB8F1D69}" type="parTrans" cxnId="{032E0B4D-DD2A-4A7D-9CD2-EAA5313121AE}">
      <dgm:prSet/>
      <dgm:spPr/>
      <dgm:t>
        <a:bodyPr/>
        <a:lstStyle/>
        <a:p>
          <a:endParaRPr lang="en-US"/>
        </a:p>
      </dgm:t>
    </dgm:pt>
    <dgm:pt modelId="{0B63C025-A0F1-443F-BCD3-FF000A0D54BF}" type="sibTrans" cxnId="{032E0B4D-DD2A-4A7D-9CD2-EAA5313121AE}">
      <dgm:prSet/>
      <dgm:spPr/>
      <dgm:t>
        <a:bodyPr/>
        <a:lstStyle/>
        <a:p>
          <a:endParaRPr lang="en-US"/>
        </a:p>
      </dgm:t>
    </dgm:pt>
    <dgm:pt modelId="{5ED11CBA-44E5-4C00-A768-10C09E3567F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Melhorar transporte</a:t>
          </a:r>
          <a:endParaRPr lang="en-US"/>
        </a:p>
      </dgm:t>
    </dgm:pt>
    <dgm:pt modelId="{ADE9C8D3-2446-430F-8C49-D49547D77867}" type="parTrans" cxnId="{DDE73E7D-03A6-4A69-A96C-103F69321844}">
      <dgm:prSet/>
      <dgm:spPr/>
      <dgm:t>
        <a:bodyPr/>
        <a:lstStyle/>
        <a:p>
          <a:endParaRPr lang="en-US"/>
        </a:p>
      </dgm:t>
    </dgm:pt>
    <dgm:pt modelId="{612B9F69-B52C-4664-86C7-9BF929B42DB6}" type="sibTrans" cxnId="{DDE73E7D-03A6-4A69-A96C-103F69321844}">
      <dgm:prSet/>
      <dgm:spPr/>
      <dgm:t>
        <a:bodyPr/>
        <a:lstStyle/>
        <a:p>
          <a:endParaRPr lang="en-US"/>
        </a:p>
      </dgm:t>
    </dgm:pt>
    <dgm:pt modelId="{B3BE0C0A-DA77-4036-81EC-182BA2F4538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Organizar estrutura de trabalho.</a:t>
          </a:r>
          <a:endParaRPr lang="en-US"/>
        </a:p>
      </dgm:t>
    </dgm:pt>
    <dgm:pt modelId="{C71B9D25-8E65-4BD3-B271-E05AFA28122C}" type="parTrans" cxnId="{80D4C90A-59E9-44E6-8B7F-D1AD6EC90916}">
      <dgm:prSet/>
      <dgm:spPr/>
      <dgm:t>
        <a:bodyPr/>
        <a:lstStyle/>
        <a:p>
          <a:endParaRPr lang="en-US"/>
        </a:p>
      </dgm:t>
    </dgm:pt>
    <dgm:pt modelId="{66F88B66-F90F-48B5-B1E6-BEC7515E56D1}" type="sibTrans" cxnId="{80D4C90A-59E9-44E6-8B7F-D1AD6EC90916}">
      <dgm:prSet/>
      <dgm:spPr/>
      <dgm:t>
        <a:bodyPr/>
        <a:lstStyle/>
        <a:p>
          <a:endParaRPr lang="en-US"/>
        </a:p>
      </dgm:t>
    </dgm:pt>
    <dgm:pt modelId="{F556A0B1-4114-4752-9D51-9DCEE2345CF5}" type="pres">
      <dgm:prSet presAssocID="{E284BAF2-CBA4-4AB5-99FB-1EFC65C328F0}" presName="root" presStyleCnt="0">
        <dgm:presLayoutVars>
          <dgm:dir/>
          <dgm:resizeHandles val="exact"/>
        </dgm:presLayoutVars>
      </dgm:prSet>
      <dgm:spPr/>
    </dgm:pt>
    <dgm:pt modelId="{F5831952-1548-44E8-B929-E3054B3C25E4}" type="pres">
      <dgm:prSet presAssocID="{5C4CAADF-E5E4-4329-BB17-B63601E4B631}" presName="compNode" presStyleCnt="0"/>
      <dgm:spPr/>
    </dgm:pt>
    <dgm:pt modelId="{C3903C3A-94D2-41D2-9A09-0E24BDC03DCF}" type="pres">
      <dgm:prSet presAssocID="{5C4CAADF-E5E4-4329-BB17-B63601E4B63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AF980391-B9B1-4828-9FBD-BC5D3E6F3BB3}" type="pres">
      <dgm:prSet presAssocID="{5C4CAADF-E5E4-4329-BB17-B63601E4B631}" presName="spaceRect" presStyleCnt="0"/>
      <dgm:spPr/>
    </dgm:pt>
    <dgm:pt modelId="{67060E73-297E-4C47-A869-AD3EC73C72B6}" type="pres">
      <dgm:prSet presAssocID="{5C4CAADF-E5E4-4329-BB17-B63601E4B631}" presName="textRect" presStyleLbl="revTx" presStyleIdx="0" presStyleCnt="5">
        <dgm:presLayoutVars>
          <dgm:chMax val="1"/>
          <dgm:chPref val="1"/>
        </dgm:presLayoutVars>
      </dgm:prSet>
      <dgm:spPr/>
    </dgm:pt>
    <dgm:pt modelId="{EF603946-5D0F-4B4D-BF59-4BDDDE892EA8}" type="pres">
      <dgm:prSet presAssocID="{FD16C47F-1C12-4136-9014-E2E6E72D7464}" presName="sibTrans" presStyleCnt="0"/>
      <dgm:spPr/>
    </dgm:pt>
    <dgm:pt modelId="{80FB80C3-E57E-41AE-9FBF-9C540A8CBA7D}" type="pres">
      <dgm:prSet presAssocID="{B8E9DAE6-094E-447C-ABCB-D01AA4B907BD}" presName="compNode" presStyleCnt="0"/>
      <dgm:spPr/>
    </dgm:pt>
    <dgm:pt modelId="{5453B898-9682-44C0-8E09-85B7332FB3E8}" type="pres">
      <dgm:prSet presAssocID="{B8E9DAE6-094E-447C-ABCB-D01AA4B907B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8FDD2E36-1B21-4DD8-A181-C1E1654BD233}" type="pres">
      <dgm:prSet presAssocID="{B8E9DAE6-094E-447C-ABCB-D01AA4B907BD}" presName="spaceRect" presStyleCnt="0"/>
      <dgm:spPr/>
    </dgm:pt>
    <dgm:pt modelId="{39EF0F3F-3D02-4F3E-9D46-3C2ED18B1DA8}" type="pres">
      <dgm:prSet presAssocID="{B8E9DAE6-094E-447C-ABCB-D01AA4B907BD}" presName="textRect" presStyleLbl="revTx" presStyleIdx="1" presStyleCnt="5">
        <dgm:presLayoutVars>
          <dgm:chMax val="1"/>
          <dgm:chPref val="1"/>
        </dgm:presLayoutVars>
      </dgm:prSet>
      <dgm:spPr/>
    </dgm:pt>
    <dgm:pt modelId="{21122F74-F27F-4A10-96CC-B10F30D9D8B7}" type="pres">
      <dgm:prSet presAssocID="{E75A526D-D910-4FA8-BC39-1267D009A042}" presName="sibTrans" presStyleCnt="0"/>
      <dgm:spPr/>
    </dgm:pt>
    <dgm:pt modelId="{C33EAABE-8585-43A0-B8D2-14E3E1ED651A}" type="pres">
      <dgm:prSet presAssocID="{4424184D-FAF2-4822-8177-44753FCF5B33}" presName="compNode" presStyleCnt="0"/>
      <dgm:spPr/>
    </dgm:pt>
    <dgm:pt modelId="{AD71C0DD-802D-43C6-B084-7C509CD872BF}" type="pres">
      <dgm:prSet presAssocID="{4424184D-FAF2-4822-8177-44753FCF5B3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BC64EDF1-239B-4DDC-AEDA-6014547A094E}" type="pres">
      <dgm:prSet presAssocID="{4424184D-FAF2-4822-8177-44753FCF5B33}" presName="spaceRect" presStyleCnt="0"/>
      <dgm:spPr/>
    </dgm:pt>
    <dgm:pt modelId="{6C951D77-E973-4DF4-9885-0D1BAEDA92E6}" type="pres">
      <dgm:prSet presAssocID="{4424184D-FAF2-4822-8177-44753FCF5B33}" presName="textRect" presStyleLbl="revTx" presStyleIdx="2" presStyleCnt="5">
        <dgm:presLayoutVars>
          <dgm:chMax val="1"/>
          <dgm:chPref val="1"/>
        </dgm:presLayoutVars>
      </dgm:prSet>
      <dgm:spPr/>
    </dgm:pt>
    <dgm:pt modelId="{99885499-8933-43FE-948D-4A062D5A239A}" type="pres">
      <dgm:prSet presAssocID="{0B63C025-A0F1-443F-BCD3-FF000A0D54BF}" presName="sibTrans" presStyleCnt="0"/>
      <dgm:spPr/>
    </dgm:pt>
    <dgm:pt modelId="{154F7DB8-A8F9-4201-8E69-97E932369753}" type="pres">
      <dgm:prSet presAssocID="{5ED11CBA-44E5-4C00-A768-10C09E3567FE}" presName="compNode" presStyleCnt="0"/>
      <dgm:spPr/>
    </dgm:pt>
    <dgm:pt modelId="{4A7CE0B9-F4A4-4E44-8F75-9A0A2F5A6A29}" type="pres">
      <dgm:prSet presAssocID="{5ED11CBA-44E5-4C00-A768-10C09E3567F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em"/>
        </a:ext>
      </dgm:extLst>
    </dgm:pt>
    <dgm:pt modelId="{A740AD72-0726-49C9-BE86-CEE3B30A7064}" type="pres">
      <dgm:prSet presAssocID="{5ED11CBA-44E5-4C00-A768-10C09E3567FE}" presName="spaceRect" presStyleCnt="0"/>
      <dgm:spPr/>
    </dgm:pt>
    <dgm:pt modelId="{7C08B209-E744-41CA-993B-4B97817E8130}" type="pres">
      <dgm:prSet presAssocID="{5ED11CBA-44E5-4C00-A768-10C09E3567FE}" presName="textRect" presStyleLbl="revTx" presStyleIdx="3" presStyleCnt="5">
        <dgm:presLayoutVars>
          <dgm:chMax val="1"/>
          <dgm:chPref val="1"/>
        </dgm:presLayoutVars>
      </dgm:prSet>
      <dgm:spPr/>
    </dgm:pt>
    <dgm:pt modelId="{C6B7FC56-5057-4834-90D7-72C792C6FCDB}" type="pres">
      <dgm:prSet presAssocID="{612B9F69-B52C-4664-86C7-9BF929B42DB6}" presName="sibTrans" presStyleCnt="0"/>
      <dgm:spPr/>
    </dgm:pt>
    <dgm:pt modelId="{C1BFA5D3-D1A0-4E91-97BE-DB6824EE0DBC}" type="pres">
      <dgm:prSet presAssocID="{B3BE0C0A-DA77-4036-81EC-182BA2F4538D}" presName="compNode" presStyleCnt="0"/>
      <dgm:spPr/>
    </dgm:pt>
    <dgm:pt modelId="{559BEF15-7FFA-4A7F-9006-9E76FE7A813A}" type="pres">
      <dgm:prSet presAssocID="{B3BE0C0A-DA77-4036-81EC-182BA2F4538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98E835F8-89DA-4839-8DBD-52A1273B7BEC}" type="pres">
      <dgm:prSet presAssocID="{B3BE0C0A-DA77-4036-81EC-182BA2F4538D}" presName="spaceRect" presStyleCnt="0"/>
      <dgm:spPr/>
    </dgm:pt>
    <dgm:pt modelId="{5927E57E-C959-4B43-9772-4F3B65A6C510}" type="pres">
      <dgm:prSet presAssocID="{B3BE0C0A-DA77-4036-81EC-182BA2F4538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0D4C90A-59E9-44E6-8B7F-D1AD6EC90916}" srcId="{E284BAF2-CBA4-4AB5-99FB-1EFC65C328F0}" destId="{B3BE0C0A-DA77-4036-81EC-182BA2F4538D}" srcOrd="4" destOrd="0" parTransId="{C71B9D25-8E65-4BD3-B271-E05AFA28122C}" sibTransId="{66F88B66-F90F-48B5-B1E6-BEC7515E56D1}"/>
    <dgm:cxn modelId="{D43D450D-9848-40B2-9843-0B43AD5A2D56}" type="presOf" srcId="{B3BE0C0A-DA77-4036-81EC-182BA2F4538D}" destId="{5927E57E-C959-4B43-9772-4F3B65A6C510}" srcOrd="0" destOrd="0" presId="urn:microsoft.com/office/officeart/2018/2/layout/IconLabelList"/>
    <dgm:cxn modelId="{04C5B922-6C68-4DE4-A84C-86963AC0E315}" type="presOf" srcId="{5ED11CBA-44E5-4C00-A768-10C09E3567FE}" destId="{7C08B209-E744-41CA-993B-4B97817E8130}" srcOrd="0" destOrd="0" presId="urn:microsoft.com/office/officeart/2018/2/layout/IconLabelList"/>
    <dgm:cxn modelId="{30C51642-5CC2-4AC4-B7A1-C5E7E69BF185}" srcId="{E284BAF2-CBA4-4AB5-99FB-1EFC65C328F0}" destId="{B8E9DAE6-094E-447C-ABCB-D01AA4B907BD}" srcOrd="1" destOrd="0" parTransId="{359863C9-256A-4550-84D8-6419BD336407}" sibTransId="{E75A526D-D910-4FA8-BC39-1267D009A042}"/>
    <dgm:cxn modelId="{032E0B4D-DD2A-4A7D-9CD2-EAA5313121AE}" srcId="{E284BAF2-CBA4-4AB5-99FB-1EFC65C328F0}" destId="{4424184D-FAF2-4822-8177-44753FCF5B33}" srcOrd="2" destOrd="0" parTransId="{3881941E-9538-4621-BC99-6EE5BB8F1D69}" sibTransId="{0B63C025-A0F1-443F-BCD3-FF000A0D54BF}"/>
    <dgm:cxn modelId="{763C0856-676A-4D92-863D-CD1EE5349B88}" type="presOf" srcId="{4424184D-FAF2-4822-8177-44753FCF5B33}" destId="{6C951D77-E973-4DF4-9885-0D1BAEDA92E6}" srcOrd="0" destOrd="0" presId="urn:microsoft.com/office/officeart/2018/2/layout/IconLabelList"/>
    <dgm:cxn modelId="{B62CB857-8DE5-4412-B8D6-83B7CD142EEB}" type="presOf" srcId="{5C4CAADF-E5E4-4329-BB17-B63601E4B631}" destId="{67060E73-297E-4C47-A869-AD3EC73C72B6}" srcOrd="0" destOrd="0" presId="urn:microsoft.com/office/officeart/2018/2/layout/IconLabelList"/>
    <dgm:cxn modelId="{DDE73E7D-03A6-4A69-A96C-103F69321844}" srcId="{E284BAF2-CBA4-4AB5-99FB-1EFC65C328F0}" destId="{5ED11CBA-44E5-4C00-A768-10C09E3567FE}" srcOrd="3" destOrd="0" parTransId="{ADE9C8D3-2446-430F-8C49-D49547D77867}" sibTransId="{612B9F69-B52C-4664-86C7-9BF929B42DB6}"/>
    <dgm:cxn modelId="{F504FE98-CD8F-4BEE-ADE5-7A8BDA13DD5E}" type="presOf" srcId="{E284BAF2-CBA4-4AB5-99FB-1EFC65C328F0}" destId="{F556A0B1-4114-4752-9D51-9DCEE2345CF5}" srcOrd="0" destOrd="0" presId="urn:microsoft.com/office/officeart/2018/2/layout/IconLabelList"/>
    <dgm:cxn modelId="{17C6ACCF-93CE-4ED4-B0A8-1411FC7F861A}" type="presOf" srcId="{B8E9DAE6-094E-447C-ABCB-D01AA4B907BD}" destId="{39EF0F3F-3D02-4F3E-9D46-3C2ED18B1DA8}" srcOrd="0" destOrd="0" presId="urn:microsoft.com/office/officeart/2018/2/layout/IconLabelList"/>
    <dgm:cxn modelId="{CA90B9E9-4981-4D42-ADDF-B59D053BB960}" srcId="{E284BAF2-CBA4-4AB5-99FB-1EFC65C328F0}" destId="{5C4CAADF-E5E4-4329-BB17-B63601E4B631}" srcOrd="0" destOrd="0" parTransId="{207CD639-4539-4CD6-AE51-EF26A331A439}" sibTransId="{FD16C47F-1C12-4136-9014-E2E6E72D7464}"/>
    <dgm:cxn modelId="{0027CDAF-7C51-4546-BE54-A89D198E8D9C}" type="presParOf" srcId="{F556A0B1-4114-4752-9D51-9DCEE2345CF5}" destId="{F5831952-1548-44E8-B929-E3054B3C25E4}" srcOrd="0" destOrd="0" presId="urn:microsoft.com/office/officeart/2018/2/layout/IconLabelList"/>
    <dgm:cxn modelId="{507F2B7C-AE4B-47A3-AF8B-DE85195CD618}" type="presParOf" srcId="{F5831952-1548-44E8-B929-E3054B3C25E4}" destId="{C3903C3A-94D2-41D2-9A09-0E24BDC03DCF}" srcOrd="0" destOrd="0" presId="urn:microsoft.com/office/officeart/2018/2/layout/IconLabelList"/>
    <dgm:cxn modelId="{D49CA1CE-3276-486F-9916-0C9C3D76173F}" type="presParOf" srcId="{F5831952-1548-44E8-B929-E3054B3C25E4}" destId="{AF980391-B9B1-4828-9FBD-BC5D3E6F3BB3}" srcOrd="1" destOrd="0" presId="urn:microsoft.com/office/officeart/2018/2/layout/IconLabelList"/>
    <dgm:cxn modelId="{A09FFCAE-90C1-4718-A84F-2F456762A294}" type="presParOf" srcId="{F5831952-1548-44E8-B929-E3054B3C25E4}" destId="{67060E73-297E-4C47-A869-AD3EC73C72B6}" srcOrd="2" destOrd="0" presId="urn:microsoft.com/office/officeart/2018/2/layout/IconLabelList"/>
    <dgm:cxn modelId="{A3647DDF-EF7C-4968-BB58-DC2919BB06EA}" type="presParOf" srcId="{F556A0B1-4114-4752-9D51-9DCEE2345CF5}" destId="{EF603946-5D0F-4B4D-BF59-4BDDDE892EA8}" srcOrd="1" destOrd="0" presId="urn:microsoft.com/office/officeart/2018/2/layout/IconLabelList"/>
    <dgm:cxn modelId="{11809309-6E42-4DFE-841A-6ED48E8CFB4C}" type="presParOf" srcId="{F556A0B1-4114-4752-9D51-9DCEE2345CF5}" destId="{80FB80C3-E57E-41AE-9FBF-9C540A8CBA7D}" srcOrd="2" destOrd="0" presId="urn:microsoft.com/office/officeart/2018/2/layout/IconLabelList"/>
    <dgm:cxn modelId="{8D22EFEA-062F-4C25-839A-FDA573048BF0}" type="presParOf" srcId="{80FB80C3-E57E-41AE-9FBF-9C540A8CBA7D}" destId="{5453B898-9682-44C0-8E09-85B7332FB3E8}" srcOrd="0" destOrd="0" presId="urn:microsoft.com/office/officeart/2018/2/layout/IconLabelList"/>
    <dgm:cxn modelId="{959E174F-06DE-4FE2-A7DC-61D6D2C58A10}" type="presParOf" srcId="{80FB80C3-E57E-41AE-9FBF-9C540A8CBA7D}" destId="{8FDD2E36-1B21-4DD8-A181-C1E1654BD233}" srcOrd="1" destOrd="0" presId="urn:microsoft.com/office/officeart/2018/2/layout/IconLabelList"/>
    <dgm:cxn modelId="{9F766F15-D6B8-46BF-BAA3-07B36F8BEDE7}" type="presParOf" srcId="{80FB80C3-E57E-41AE-9FBF-9C540A8CBA7D}" destId="{39EF0F3F-3D02-4F3E-9D46-3C2ED18B1DA8}" srcOrd="2" destOrd="0" presId="urn:microsoft.com/office/officeart/2018/2/layout/IconLabelList"/>
    <dgm:cxn modelId="{7D20B24E-8A0C-4164-A8DE-000D7DF1B80C}" type="presParOf" srcId="{F556A0B1-4114-4752-9D51-9DCEE2345CF5}" destId="{21122F74-F27F-4A10-96CC-B10F30D9D8B7}" srcOrd="3" destOrd="0" presId="urn:microsoft.com/office/officeart/2018/2/layout/IconLabelList"/>
    <dgm:cxn modelId="{A80ADD17-0E13-475D-9D49-E4D968E1F171}" type="presParOf" srcId="{F556A0B1-4114-4752-9D51-9DCEE2345CF5}" destId="{C33EAABE-8585-43A0-B8D2-14E3E1ED651A}" srcOrd="4" destOrd="0" presId="urn:microsoft.com/office/officeart/2018/2/layout/IconLabelList"/>
    <dgm:cxn modelId="{8A1A6A76-396C-41D6-83C1-D6589C06C9EA}" type="presParOf" srcId="{C33EAABE-8585-43A0-B8D2-14E3E1ED651A}" destId="{AD71C0DD-802D-43C6-B084-7C509CD872BF}" srcOrd="0" destOrd="0" presId="urn:microsoft.com/office/officeart/2018/2/layout/IconLabelList"/>
    <dgm:cxn modelId="{38A529C3-D586-4EAA-94CE-812D8AEB72BC}" type="presParOf" srcId="{C33EAABE-8585-43A0-B8D2-14E3E1ED651A}" destId="{BC64EDF1-239B-4DDC-AEDA-6014547A094E}" srcOrd="1" destOrd="0" presId="urn:microsoft.com/office/officeart/2018/2/layout/IconLabelList"/>
    <dgm:cxn modelId="{05A11D2F-744E-428E-99F5-0CF49213303D}" type="presParOf" srcId="{C33EAABE-8585-43A0-B8D2-14E3E1ED651A}" destId="{6C951D77-E973-4DF4-9885-0D1BAEDA92E6}" srcOrd="2" destOrd="0" presId="urn:microsoft.com/office/officeart/2018/2/layout/IconLabelList"/>
    <dgm:cxn modelId="{D85C575D-E6EB-4919-A74E-0178FD36C3B1}" type="presParOf" srcId="{F556A0B1-4114-4752-9D51-9DCEE2345CF5}" destId="{99885499-8933-43FE-948D-4A062D5A239A}" srcOrd="5" destOrd="0" presId="urn:microsoft.com/office/officeart/2018/2/layout/IconLabelList"/>
    <dgm:cxn modelId="{E2F560AD-EFFF-4A8C-8307-2874A8100A01}" type="presParOf" srcId="{F556A0B1-4114-4752-9D51-9DCEE2345CF5}" destId="{154F7DB8-A8F9-4201-8E69-97E932369753}" srcOrd="6" destOrd="0" presId="urn:microsoft.com/office/officeart/2018/2/layout/IconLabelList"/>
    <dgm:cxn modelId="{FEA2B9C0-3F9C-4FD1-8563-AB9A420907BE}" type="presParOf" srcId="{154F7DB8-A8F9-4201-8E69-97E932369753}" destId="{4A7CE0B9-F4A4-4E44-8F75-9A0A2F5A6A29}" srcOrd="0" destOrd="0" presId="urn:microsoft.com/office/officeart/2018/2/layout/IconLabelList"/>
    <dgm:cxn modelId="{58727092-44B5-4180-8551-4896C0E83B95}" type="presParOf" srcId="{154F7DB8-A8F9-4201-8E69-97E932369753}" destId="{A740AD72-0726-49C9-BE86-CEE3B30A7064}" srcOrd="1" destOrd="0" presId="urn:microsoft.com/office/officeart/2018/2/layout/IconLabelList"/>
    <dgm:cxn modelId="{7794FF69-0313-45AB-8D27-276B5900BB51}" type="presParOf" srcId="{154F7DB8-A8F9-4201-8E69-97E932369753}" destId="{7C08B209-E744-41CA-993B-4B97817E8130}" srcOrd="2" destOrd="0" presId="urn:microsoft.com/office/officeart/2018/2/layout/IconLabelList"/>
    <dgm:cxn modelId="{483F178E-A6F5-4FC9-80EC-C74602C5F7BA}" type="presParOf" srcId="{F556A0B1-4114-4752-9D51-9DCEE2345CF5}" destId="{C6B7FC56-5057-4834-90D7-72C792C6FCDB}" srcOrd="7" destOrd="0" presId="urn:microsoft.com/office/officeart/2018/2/layout/IconLabelList"/>
    <dgm:cxn modelId="{07C634C0-7B58-474C-8888-909DDFA81A05}" type="presParOf" srcId="{F556A0B1-4114-4752-9D51-9DCEE2345CF5}" destId="{C1BFA5D3-D1A0-4E91-97BE-DB6824EE0DBC}" srcOrd="8" destOrd="0" presId="urn:microsoft.com/office/officeart/2018/2/layout/IconLabelList"/>
    <dgm:cxn modelId="{8026AACF-92A3-48E0-9F85-DEA7EAE5A962}" type="presParOf" srcId="{C1BFA5D3-D1A0-4E91-97BE-DB6824EE0DBC}" destId="{559BEF15-7FFA-4A7F-9006-9E76FE7A813A}" srcOrd="0" destOrd="0" presId="urn:microsoft.com/office/officeart/2018/2/layout/IconLabelList"/>
    <dgm:cxn modelId="{2C3D44B8-8D6C-4402-8241-EE78B61FE385}" type="presParOf" srcId="{C1BFA5D3-D1A0-4E91-97BE-DB6824EE0DBC}" destId="{98E835F8-89DA-4839-8DBD-52A1273B7BEC}" srcOrd="1" destOrd="0" presId="urn:microsoft.com/office/officeart/2018/2/layout/IconLabelList"/>
    <dgm:cxn modelId="{6CA5C5D6-4CB1-421E-BF12-89DB6C560C5C}" type="presParOf" srcId="{C1BFA5D3-D1A0-4E91-97BE-DB6824EE0DBC}" destId="{5927E57E-C959-4B43-9772-4F3B65A6C51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445B3C1-09B5-4982-986E-13E93D6E3B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DF47742-C5DB-4066-83BA-FF229013B8C6}">
      <dgm:prSet/>
      <dgm:spPr/>
      <dgm:t>
        <a:bodyPr/>
        <a:lstStyle/>
        <a:p>
          <a:r>
            <a:rPr lang="pt-BR"/>
            <a:t>Caixa Econômica Federal</a:t>
          </a:r>
          <a:endParaRPr lang="en-US"/>
        </a:p>
      </dgm:t>
    </dgm:pt>
    <dgm:pt modelId="{3F5DA235-6FE2-45B9-BDB4-8195BC0A23B8}" type="parTrans" cxnId="{F13920CF-497B-48A6-A089-B9F5CE3A19AF}">
      <dgm:prSet/>
      <dgm:spPr/>
      <dgm:t>
        <a:bodyPr/>
        <a:lstStyle/>
        <a:p>
          <a:endParaRPr lang="en-US"/>
        </a:p>
      </dgm:t>
    </dgm:pt>
    <dgm:pt modelId="{50ED3BCC-AD9E-4CE6-8BB0-C0FE3F07CC7F}" type="sibTrans" cxnId="{F13920CF-497B-48A6-A089-B9F5CE3A19AF}">
      <dgm:prSet/>
      <dgm:spPr/>
      <dgm:t>
        <a:bodyPr/>
        <a:lstStyle/>
        <a:p>
          <a:endParaRPr lang="en-US"/>
        </a:p>
      </dgm:t>
    </dgm:pt>
    <dgm:pt modelId="{8BD56379-B907-47D0-9F02-E182879FDDFF}">
      <dgm:prSet/>
      <dgm:spPr/>
      <dgm:t>
        <a:bodyPr/>
        <a:lstStyle/>
        <a:p>
          <a:r>
            <a:rPr lang="pt-BR"/>
            <a:t>Banco do Brasil</a:t>
          </a:r>
          <a:endParaRPr lang="en-US"/>
        </a:p>
      </dgm:t>
    </dgm:pt>
    <dgm:pt modelId="{F76BBEB2-22B4-4EC5-98F3-A6CEDEF016C5}" type="parTrans" cxnId="{BCFD8850-49FE-4329-925D-7BC15B74AF0F}">
      <dgm:prSet/>
      <dgm:spPr/>
      <dgm:t>
        <a:bodyPr/>
        <a:lstStyle/>
        <a:p>
          <a:endParaRPr lang="en-US"/>
        </a:p>
      </dgm:t>
    </dgm:pt>
    <dgm:pt modelId="{F780C9FB-03EE-4755-BA73-C261D6133D83}" type="sibTrans" cxnId="{BCFD8850-49FE-4329-925D-7BC15B74AF0F}">
      <dgm:prSet/>
      <dgm:spPr/>
      <dgm:t>
        <a:bodyPr/>
        <a:lstStyle/>
        <a:p>
          <a:endParaRPr lang="en-US"/>
        </a:p>
      </dgm:t>
    </dgm:pt>
    <dgm:pt modelId="{06CB272C-FB0D-46DD-A3E5-D4B60144265A}">
      <dgm:prSet/>
      <dgm:spPr/>
      <dgm:t>
        <a:bodyPr/>
        <a:lstStyle/>
        <a:p>
          <a:r>
            <a:rPr lang="pt-BR"/>
            <a:t>Banco do Nordeste</a:t>
          </a:r>
          <a:endParaRPr lang="en-US"/>
        </a:p>
      </dgm:t>
    </dgm:pt>
    <dgm:pt modelId="{F8DBB320-B574-43EC-BD60-16FC11E9C896}" type="parTrans" cxnId="{68352AE4-5969-4085-9B71-F1FB903FB804}">
      <dgm:prSet/>
      <dgm:spPr/>
      <dgm:t>
        <a:bodyPr/>
        <a:lstStyle/>
        <a:p>
          <a:endParaRPr lang="en-US"/>
        </a:p>
      </dgm:t>
    </dgm:pt>
    <dgm:pt modelId="{3A359EF6-EF07-42A6-A589-98FBB646B59B}" type="sibTrans" cxnId="{68352AE4-5969-4085-9B71-F1FB903FB804}">
      <dgm:prSet/>
      <dgm:spPr/>
      <dgm:t>
        <a:bodyPr/>
        <a:lstStyle/>
        <a:p>
          <a:endParaRPr lang="en-US"/>
        </a:p>
      </dgm:t>
    </dgm:pt>
    <dgm:pt modelId="{C252D555-4FED-4B40-86AB-08F776D3823F}">
      <dgm:prSet/>
      <dgm:spPr/>
      <dgm:t>
        <a:bodyPr/>
        <a:lstStyle/>
        <a:p>
          <a:r>
            <a:rPr lang="pt-BR"/>
            <a:t>Banco da Amazônia</a:t>
          </a:r>
          <a:endParaRPr lang="en-US"/>
        </a:p>
      </dgm:t>
    </dgm:pt>
    <dgm:pt modelId="{F1A92C1C-7DB8-46B2-A227-6A41B8AACB16}" type="parTrans" cxnId="{4E02634B-1DC7-4B85-B5C4-F5EA46BDE654}">
      <dgm:prSet/>
      <dgm:spPr/>
      <dgm:t>
        <a:bodyPr/>
        <a:lstStyle/>
        <a:p>
          <a:endParaRPr lang="en-US"/>
        </a:p>
      </dgm:t>
    </dgm:pt>
    <dgm:pt modelId="{18BA3DC1-A8C9-449B-965E-41254D2B4816}" type="sibTrans" cxnId="{4E02634B-1DC7-4B85-B5C4-F5EA46BDE654}">
      <dgm:prSet/>
      <dgm:spPr/>
      <dgm:t>
        <a:bodyPr/>
        <a:lstStyle/>
        <a:p>
          <a:endParaRPr lang="en-US"/>
        </a:p>
      </dgm:t>
    </dgm:pt>
    <dgm:pt modelId="{1E670949-71B0-44B8-8600-4740BF268DC2}">
      <dgm:prSet/>
      <dgm:spPr/>
      <dgm:t>
        <a:bodyPr/>
        <a:lstStyle/>
        <a:p>
          <a:r>
            <a:rPr lang="pt-BR"/>
            <a:t>Bancos de desenvolvimento estaduais.</a:t>
          </a:r>
          <a:endParaRPr lang="en-US"/>
        </a:p>
      </dgm:t>
    </dgm:pt>
    <dgm:pt modelId="{FC137AC1-3D52-44F8-AF4D-A2DCA272220F}" type="parTrans" cxnId="{0B7E95BA-09F5-4A70-A749-8653F9DB2A67}">
      <dgm:prSet/>
      <dgm:spPr/>
      <dgm:t>
        <a:bodyPr/>
        <a:lstStyle/>
        <a:p>
          <a:endParaRPr lang="en-US"/>
        </a:p>
      </dgm:t>
    </dgm:pt>
    <dgm:pt modelId="{84034D9B-6260-4743-AAE4-58A55AC85057}" type="sibTrans" cxnId="{0B7E95BA-09F5-4A70-A749-8653F9DB2A67}">
      <dgm:prSet/>
      <dgm:spPr/>
      <dgm:t>
        <a:bodyPr/>
        <a:lstStyle/>
        <a:p>
          <a:endParaRPr lang="en-US"/>
        </a:p>
      </dgm:t>
    </dgm:pt>
    <dgm:pt modelId="{78457BB2-2C08-4D42-8955-A4FE5FAD95C6}" type="pres">
      <dgm:prSet presAssocID="{4445B3C1-09B5-4982-986E-13E93D6E3B1F}" presName="linear" presStyleCnt="0">
        <dgm:presLayoutVars>
          <dgm:dir/>
          <dgm:animLvl val="lvl"/>
          <dgm:resizeHandles val="exact"/>
        </dgm:presLayoutVars>
      </dgm:prSet>
      <dgm:spPr/>
    </dgm:pt>
    <dgm:pt modelId="{C32D71A5-5810-475D-9E51-EDCBAC254BBC}" type="pres">
      <dgm:prSet presAssocID="{6DF47742-C5DB-4066-83BA-FF229013B8C6}" presName="parentLin" presStyleCnt="0"/>
      <dgm:spPr/>
    </dgm:pt>
    <dgm:pt modelId="{0BD3CF17-5E96-49C7-9795-164425F1BA70}" type="pres">
      <dgm:prSet presAssocID="{6DF47742-C5DB-4066-83BA-FF229013B8C6}" presName="parentLeftMargin" presStyleLbl="node1" presStyleIdx="0" presStyleCnt="5"/>
      <dgm:spPr/>
    </dgm:pt>
    <dgm:pt modelId="{BD2A7390-30D9-4539-96E3-6E028BF04830}" type="pres">
      <dgm:prSet presAssocID="{6DF47742-C5DB-4066-83BA-FF229013B8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9B5CB93-6356-4726-9529-F9CFBA5EEE36}" type="pres">
      <dgm:prSet presAssocID="{6DF47742-C5DB-4066-83BA-FF229013B8C6}" presName="negativeSpace" presStyleCnt="0"/>
      <dgm:spPr/>
    </dgm:pt>
    <dgm:pt modelId="{A59AA8F5-34CF-4CD5-8FA4-C5F28C1238C2}" type="pres">
      <dgm:prSet presAssocID="{6DF47742-C5DB-4066-83BA-FF229013B8C6}" presName="childText" presStyleLbl="conFgAcc1" presStyleIdx="0" presStyleCnt="5">
        <dgm:presLayoutVars>
          <dgm:bulletEnabled val="1"/>
        </dgm:presLayoutVars>
      </dgm:prSet>
      <dgm:spPr/>
    </dgm:pt>
    <dgm:pt modelId="{7D4C7089-64D9-4CFF-BE68-740F930C278A}" type="pres">
      <dgm:prSet presAssocID="{50ED3BCC-AD9E-4CE6-8BB0-C0FE3F07CC7F}" presName="spaceBetweenRectangles" presStyleCnt="0"/>
      <dgm:spPr/>
    </dgm:pt>
    <dgm:pt modelId="{B150B0D7-5FC9-4044-B07C-808E4CE9C8E8}" type="pres">
      <dgm:prSet presAssocID="{8BD56379-B907-47D0-9F02-E182879FDDFF}" presName="parentLin" presStyleCnt="0"/>
      <dgm:spPr/>
    </dgm:pt>
    <dgm:pt modelId="{22407674-0414-44FB-B5B0-5E0A2EE04785}" type="pres">
      <dgm:prSet presAssocID="{8BD56379-B907-47D0-9F02-E182879FDDFF}" presName="parentLeftMargin" presStyleLbl="node1" presStyleIdx="0" presStyleCnt="5"/>
      <dgm:spPr/>
    </dgm:pt>
    <dgm:pt modelId="{3D192D2C-1D29-4259-A45C-CA984596BF23}" type="pres">
      <dgm:prSet presAssocID="{8BD56379-B907-47D0-9F02-E182879FDD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07AB2A7-6C02-46AA-814B-7B32F7ABE676}" type="pres">
      <dgm:prSet presAssocID="{8BD56379-B907-47D0-9F02-E182879FDDFF}" presName="negativeSpace" presStyleCnt="0"/>
      <dgm:spPr/>
    </dgm:pt>
    <dgm:pt modelId="{FAF3ECAF-EC69-40C4-858F-AA450F82CE9E}" type="pres">
      <dgm:prSet presAssocID="{8BD56379-B907-47D0-9F02-E182879FDDFF}" presName="childText" presStyleLbl="conFgAcc1" presStyleIdx="1" presStyleCnt="5">
        <dgm:presLayoutVars>
          <dgm:bulletEnabled val="1"/>
        </dgm:presLayoutVars>
      </dgm:prSet>
      <dgm:spPr/>
    </dgm:pt>
    <dgm:pt modelId="{55B03DFC-59FD-41B4-B05C-5FE5DD81B64D}" type="pres">
      <dgm:prSet presAssocID="{F780C9FB-03EE-4755-BA73-C261D6133D83}" presName="spaceBetweenRectangles" presStyleCnt="0"/>
      <dgm:spPr/>
    </dgm:pt>
    <dgm:pt modelId="{F797D9C1-6C21-489B-AD8A-0074EB8F8A07}" type="pres">
      <dgm:prSet presAssocID="{06CB272C-FB0D-46DD-A3E5-D4B60144265A}" presName="parentLin" presStyleCnt="0"/>
      <dgm:spPr/>
    </dgm:pt>
    <dgm:pt modelId="{14198975-6F68-4516-9032-ADCA19BD3832}" type="pres">
      <dgm:prSet presAssocID="{06CB272C-FB0D-46DD-A3E5-D4B60144265A}" presName="parentLeftMargin" presStyleLbl="node1" presStyleIdx="1" presStyleCnt="5"/>
      <dgm:spPr/>
    </dgm:pt>
    <dgm:pt modelId="{069620F0-E47F-4648-84A9-39518C51E7FD}" type="pres">
      <dgm:prSet presAssocID="{06CB272C-FB0D-46DD-A3E5-D4B60144265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C139C6-0F48-40B5-988A-B52A17751115}" type="pres">
      <dgm:prSet presAssocID="{06CB272C-FB0D-46DD-A3E5-D4B60144265A}" presName="negativeSpace" presStyleCnt="0"/>
      <dgm:spPr/>
    </dgm:pt>
    <dgm:pt modelId="{5EC2C940-DD07-4C98-B635-35822E7B380A}" type="pres">
      <dgm:prSet presAssocID="{06CB272C-FB0D-46DD-A3E5-D4B60144265A}" presName="childText" presStyleLbl="conFgAcc1" presStyleIdx="2" presStyleCnt="5">
        <dgm:presLayoutVars>
          <dgm:bulletEnabled val="1"/>
        </dgm:presLayoutVars>
      </dgm:prSet>
      <dgm:spPr/>
    </dgm:pt>
    <dgm:pt modelId="{6542D5B7-67AD-4887-B67A-56F5147933F0}" type="pres">
      <dgm:prSet presAssocID="{3A359EF6-EF07-42A6-A589-98FBB646B59B}" presName="spaceBetweenRectangles" presStyleCnt="0"/>
      <dgm:spPr/>
    </dgm:pt>
    <dgm:pt modelId="{07985244-2D44-4D81-9A29-BF2D954932B7}" type="pres">
      <dgm:prSet presAssocID="{C252D555-4FED-4B40-86AB-08F776D3823F}" presName="parentLin" presStyleCnt="0"/>
      <dgm:spPr/>
    </dgm:pt>
    <dgm:pt modelId="{399E7C54-8ABA-47D9-8A74-007CBBA84088}" type="pres">
      <dgm:prSet presAssocID="{C252D555-4FED-4B40-86AB-08F776D3823F}" presName="parentLeftMargin" presStyleLbl="node1" presStyleIdx="2" presStyleCnt="5"/>
      <dgm:spPr/>
    </dgm:pt>
    <dgm:pt modelId="{BC5589A2-CB1F-444C-9BB3-AB775F7B3D04}" type="pres">
      <dgm:prSet presAssocID="{C252D555-4FED-4B40-86AB-08F776D3823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8E2D465-E0EC-4F85-9F6C-E2581BFB3B27}" type="pres">
      <dgm:prSet presAssocID="{C252D555-4FED-4B40-86AB-08F776D3823F}" presName="negativeSpace" presStyleCnt="0"/>
      <dgm:spPr/>
    </dgm:pt>
    <dgm:pt modelId="{2D52DFBC-BC7C-4CC1-8087-FCDC0457B595}" type="pres">
      <dgm:prSet presAssocID="{C252D555-4FED-4B40-86AB-08F776D3823F}" presName="childText" presStyleLbl="conFgAcc1" presStyleIdx="3" presStyleCnt="5">
        <dgm:presLayoutVars>
          <dgm:bulletEnabled val="1"/>
        </dgm:presLayoutVars>
      </dgm:prSet>
      <dgm:spPr/>
    </dgm:pt>
    <dgm:pt modelId="{F8934F86-A6A7-4CA1-A26F-105703246F2C}" type="pres">
      <dgm:prSet presAssocID="{18BA3DC1-A8C9-449B-965E-41254D2B4816}" presName="spaceBetweenRectangles" presStyleCnt="0"/>
      <dgm:spPr/>
    </dgm:pt>
    <dgm:pt modelId="{52CF82AE-B500-4116-8DA1-DB8446DA4FBA}" type="pres">
      <dgm:prSet presAssocID="{1E670949-71B0-44B8-8600-4740BF268DC2}" presName="parentLin" presStyleCnt="0"/>
      <dgm:spPr/>
    </dgm:pt>
    <dgm:pt modelId="{2C14441E-2013-4575-9DFE-3D84CDE23757}" type="pres">
      <dgm:prSet presAssocID="{1E670949-71B0-44B8-8600-4740BF268DC2}" presName="parentLeftMargin" presStyleLbl="node1" presStyleIdx="3" presStyleCnt="5"/>
      <dgm:spPr/>
    </dgm:pt>
    <dgm:pt modelId="{D8EF0401-8BC1-4FBD-8259-9899AE2F71FC}" type="pres">
      <dgm:prSet presAssocID="{1E670949-71B0-44B8-8600-4740BF268DC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F8DCE1E-18EE-4D73-B46A-C6B458FEB1AD}" type="pres">
      <dgm:prSet presAssocID="{1E670949-71B0-44B8-8600-4740BF268DC2}" presName="negativeSpace" presStyleCnt="0"/>
      <dgm:spPr/>
    </dgm:pt>
    <dgm:pt modelId="{DD4BB75A-2573-4D29-9AD6-B177A51424B1}" type="pres">
      <dgm:prSet presAssocID="{1E670949-71B0-44B8-8600-4740BF268DC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AB81031-F9D4-414E-83C7-B8C97E0910FE}" type="presOf" srcId="{6DF47742-C5DB-4066-83BA-FF229013B8C6}" destId="{0BD3CF17-5E96-49C7-9795-164425F1BA70}" srcOrd="0" destOrd="0" presId="urn:microsoft.com/office/officeart/2005/8/layout/list1"/>
    <dgm:cxn modelId="{296C6B37-8819-4FA0-ACF6-F5BD27121F1B}" type="presOf" srcId="{06CB272C-FB0D-46DD-A3E5-D4B60144265A}" destId="{069620F0-E47F-4648-84A9-39518C51E7FD}" srcOrd="1" destOrd="0" presId="urn:microsoft.com/office/officeart/2005/8/layout/list1"/>
    <dgm:cxn modelId="{E5AA3440-41D3-4320-AEE0-72372193133D}" type="presOf" srcId="{8BD56379-B907-47D0-9F02-E182879FDDFF}" destId="{22407674-0414-44FB-B5B0-5E0A2EE04785}" srcOrd="0" destOrd="0" presId="urn:microsoft.com/office/officeart/2005/8/layout/list1"/>
    <dgm:cxn modelId="{4EA2735F-F453-475D-8BEB-DC96193111C4}" type="presOf" srcId="{C252D555-4FED-4B40-86AB-08F776D3823F}" destId="{BC5589A2-CB1F-444C-9BB3-AB775F7B3D04}" srcOrd="1" destOrd="0" presId="urn:microsoft.com/office/officeart/2005/8/layout/list1"/>
    <dgm:cxn modelId="{EC942A65-555E-4EC3-AFEE-1E3B0FB8A721}" type="presOf" srcId="{C252D555-4FED-4B40-86AB-08F776D3823F}" destId="{399E7C54-8ABA-47D9-8A74-007CBBA84088}" srcOrd="0" destOrd="0" presId="urn:microsoft.com/office/officeart/2005/8/layout/list1"/>
    <dgm:cxn modelId="{4E02634B-1DC7-4B85-B5C4-F5EA46BDE654}" srcId="{4445B3C1-09B5-4982-986E-13E93D6E3B1F}" destId="{C252D555-4FED-4B40-86AB-08F776D3823F}" srcOrd="3" destOrd="0" parTransId="{F1A92C1C-7DB8-46B2-A227-6A41B8AACB16}" sibTransId="{18BA3DC1-A8C9-449B-965E-41254D2B4816}"/>
    <dgm:cxn modelId="{BCFD8850-49FE-4329-925D-7BC15B74AF0F}" srcId="{4445B3C1-09B5-4982-986E-13E93D6E3B1F}" destId="{8BD56379-B907-47D0-9F02-E182879FDDFF}" srcOrd="1" destOrd="0" parTransId="{F76BBEB2-22B4-4EC5-98F3-A6CEDEF016C5}" sibTransId="{F780C9FB-03EE-4755-BA73-C261D6133D83}"/>
    <dgm:cxn modelId="{712FB870-2CB3-41AF-AA79-90CE594C805D}" type="presOf" srcId="{4445B3C1-09B5-4982-986E-13E93D6E3B1F}" destId="{78457BB2-2C08-4D42-8955-A4FE5FAD95C6}" srcOrd="0" destOrd="0" presId="urn:microsoft.com/office/officeart/2005/8/layout/list1"/>
    <dgm:cxn modelId="{27EAAE88-E9D9-4067-AEB0-F341AF3E0B77}" type="presOf" srcId="{6DF47742-C5DB-4066-83BA-FF229013B8C6}" destId="{BD2A7390-30D9-4539-96E3-6E028BF04830}" srcOrd="1" destOrd="0" presId="urn:microsoft.com/office/officeart/2005/8/layout/list1"/>
    <dgm:cxn modelId="{90B62F94-2327-425E-B202-9E199CA13C89}" type="presOf" srcId="{8BD56379-B907-47D0-9F02-E182879FDDFF}" destId="{3D192D2C-1D29-4259-A45C-CA984596BF23}" srcOrd="1" destOrd="0" presId="urn:microsoft.com/office/officeart/2005/8/layout/list1"/>
    <dgm:cxn modelId="{95A24FA2-1545-42CA-99BE-02E14B3B3511}" type="presOf" srcId="{1E670949-71B0-44B8-8600-4740BF268DC2}" destId="{2C14441E-2013-4575-9DFE-3D84CDE23757}" srcOrd="0" destOrd="0" presId="urn:microsoft.com/office/officeart/2005/8/layout/list1"/>
    <dgm:cxn modelId="{0B7E95BA-09F5-4A70-A749-8653F9DB2A67}" srcId="{4445B3C1-09B5-4982-986E-13E93D6E3B1F}" destId="{1E670949-71B0-44B8-8600-4740BF268DC2}" srcOrd="4" destOrd="0" parTransId="{FC137AC1-3D52-44F8-AF4D-A2DCA272220F}" sibTransId="{84034D9B-6260-4743-AAE4-58A55AC85057}"/>
    <dgm:cxn modelId="{F13920CF-497B-48A6-A089-B9F5CE3A19AF}" srcId="{4445B3C1-09B5-4982-986E-13E93D6E3B1F}" destId="{6DF47742-C5DB-4066-83BA-FF229013B8C6}" srcOrd="0" destOrd="0" parTransId="{3F5DA235-6FE2-45B9-BDB4-8195BC0A23B8}" sibTransId="{50ED3BCC-AD9E-4CE6-8BB0-C0FE3F07CC7F}"/>
    <dgm:cxn modelId="{6E3369D8-20A0-4672-A2BC-7BF3DE178A51}" type="presOf" srcId="{06CB272C-FB0D-46DD-A3E5-D4B60144265A}" destId="{14198975-6F68-4516-9032-ADCA19BD3832}" srcOrd="0" destOrd="0" presId="urn:microsoft.com/office/officeart/2005/8/layout/list1"/>
    <dgm:cxn modelId="{68352AE4-5969-4085-9B71-F1FB903FB804}" srcId="{4445B3C1-09B5-4982-986E-13E93D6E3B1F}" destId="{06CB272C-FB0D-46DD-A3E5-D4B60144265A}" srcOrd="2" destOrd="0" parTransId="{F8DBB320-B574-43EC-BD60-16FC11E9C896}" sibTransId="{3A359EF6-EF07-42A6-A589-98FBB646B59B}"/>
    <dgm:cxn modelId="{ECE7B4EC-9FCC-4C2F-9061-C3622F4B1325}" type="presOf" srcId="{1E670949-71B0-44B8-8600-4740BF268DC2}" destId="{D8EF0401-8BC1-4FBD-8259-9899AE2F71FC}" srcOrd="1" destOrd="0" presId="urn:microsoft.com/office/officeart/2005/8/layout/list1"/>
    <dgm:cxn modelId="{C446048E-B34D-49D1-A680-BC18944C7AA3}" type="presParOf" srcId="{78457BB2-2C08-4D42-8955-A4FE5FAD95C6}" destId="{C32D71A5-5810-475D-9E51-EDCBAC254BBC}" srcOrd="0" destOrd="0" presId="urn:microsoft.com/office/officeart/2005/8/layout/list1"/>
    <dgm:cxn modelId="{575A6994-2791-45DF-A705-F4C839721401}" type="presParOf" srcId="{C32D71A5-5810-475D-9E51-EDCBAC254BBC}" destId="{0BD3CF17-5E96-49C7-9795-164425F1BA70}" srcOrd="0" destOrd="0" presId="urn:microsoft.com/office/officeart/2005/8/layout/list1"/>
    <dgm:cxn modelId="{62700F4E-2B6A-4764-B8C2-3DDBD2934D3D}" type="presParOf" srcId="{C32D71A5-5810-475D-9E51-EDCBAC254BBC}" destId="{BD2A7390-30D9-4539-96E3-6E028BF04830}" srcOrd="1" destOrd="0" presId="urn:microsoft.com/office/officeart/2005/8/layout/list1"/>
    <dgm:cxn modelId="{8076F032-D56C-4133-BA92-F656A62C0923}" type="presParOf" srcId="{78457BB2-2C08-4D42-8955-A4FE5FAD95C6}" destId="{A9B5CB93-6356-4726-9529-F9CFBA5EEE36}" srcOrd="1" destOrd="0" presId="urn:microsoft.com/office/officeart/2005/8/layout/list1"/>
    <dgm:cxn modelId="{3FEF138D-783B-4BC3-B0E7-4F17A9F0A79A}" type="presParOf" srcId="{78457BB2-2C08-4D42-8955-A4FE5FAD95C6}" destId="{A59AA8F5-34CF-4CD5-8FA4-C5F28C1238C2}" srcOrd="2" destOrd="0" presId="urn:microsoft.com/office/officeart/2005/8/layout/list1"/>
    <dgm:cxn modelId="{5832DAE8-3424-4E0D-AB8B-EAB203836BC6}" type="presParOf" srcId="{78457BB2-2C08-4D42-8955-A4FE5FAD95C6}" destId="{7D4C7089-64D9-4CFF-BE68-740F930C278A}" srcOrd="3" destOrd="0" presId="urn:microsoft.com/office/officeart/2005/8/layout/list1"/>
    <dgm:cxn modelId="{E1844CBE-C2B0-4F31-80F4-6A2E1BAA532D}" type="presParOf" srcId="{78457BB2-2C08-4D42-8955-A4FE5FAD95C6}" destId="{B150B0D7-5FC9-4044-B07C-808E4CE9C8E8}" srcOrd="4" destOrd="0" presId="urn:microsoft.com/office/officeart/2005/8/layout/list1"/>
    <dgm:cxn modelId="{27D00CF3-7946-48D5-BC54-9EB1856A78EE}" type="presParOf" srcId="{B150B0D7-5FC9-4044-B07C-808E4CE9C8E8}" destId="{22407674-0414-44FB-B5B0-5E0A2EE04785}" srcOrd="0" destOrd="0" presId="urn:microsoft.com/office/officeart/2005/8/layout/list1"/>
    <dgm:cxn modelId="{A7FECF81-BF2E-4914-B414-2EFE290800D0}" type="presParOf" srcId="{B150B0D7-5FC9-4044-B07C-808E4CE9C8E8}" destId="{3D192D2C-1D29-4259-A45C-CA984596BF23}" srcOrd="1" destOrd="0" presId="urn:microsoft.com/office/officeart/2005/8/layout/list1"/>
    <dgm:cxn modelId="{76046997-DD82-4A55-9D0C-17ED12FC11F2}" type="presParOf" srcId="{78457BB2-2C08-4D42-8955-A4FE5FAD95C6}" destId="{C07AB2A7-6C02-46AA-814B-7B32F7ABE676}" srcOrd="5" destOrd="0" presId="urn:microsoft.com/office/officeart/2005/8/layout/list1"/>
    <dgm:cxn modelId="{9B697CC4-EE7E-47A4-B773-5A6F437E041D}" type="presParOf" srcId="{78457BB2-2C08-4D42-8955-A4FE5FAD95C6}" destId="{FAF3ECAF-EC69-40C4-858F-AA450F82CE9E}" srcOrd="6" destOrd="0" presId="urn:microsoft.com/office/officeart/2005/8/layout/list1"/>
    <dgm:cxn modelId="{9A041741-7E4D-4299-9233-C3F633D81454}" type="presParOf" srcId="{78457BB2-2C08-4D42-8955-A4FE5FAD95C6}" destId="{55B03DFC-59FD-41B4-B05C-5FE5DD81B64D}" srcOrd="7" destOrd="0" presId="urn:microsoft.com/office/officeart/2005/8/layout/list1"/>
    <dgm:cxn modelId="{F15841C9-FA9E-4DC9-90DD-011317F30768}" type="presParOf" srcId="{78457BB2-2C08-4D42-8955-A4FE5FAD95C6}" destId="{F797D9C1-6C21-489B-AD8A-0074EB8F8A07}" srcOrd="8" destOrd="0" presId="urn:microsoft.com/office/officeart/2005/8/layout/list1"/>
    <dgm:cxn modelId="{97363250-DD5E-4724-AFA8-B2A34D2B0827}" type="presParOf" srcId="{F797D9C1-6C21-489B-AD8A-0074EB8F8A07}" destId="{14198975-6F68-4516-9032-ADCA19BD3832}" srcOrd="0" destOrd="0" presId="urn:microsoft.com/office/officeart/2005/8/layout/list1"/>
    <dgm:cxn modelId="{DB35C8BC-C2B7-49CF-9F42-F3EDA45DDF53}" type="presParOf" srcId="{F797D9C1-6C21-489B-AD8A-0074EB8F8A07}" destId="{069620F0-E47F-4648-84A9-39518C51E7FD}" srcOrd="1" destOrd="0" presId="urn:microsoft.com/office/officeart/2005/8/layout/list1"/>
    <dgm:cxn modelId="{2A33088D-B27E-45F6-B03A-D9C888AE396B}" type="presParOf" srcId="{78457BB2-2C08-4D42-8955-A4FE5FAD95C6}" destId="{B8C139C6-0F48-40B5-988A-B52A17751115}" srcOrd="9" destOrd="0" presId="urn:microsoft.com/office/officeart/2005/8/layout/list1"/>
    <dgm:cxn modelId="{139D1886-CDC1-44B2-8D42-AF1AB3D25477}" type="presParOf" srcId="{78457BB2-2C08-4D42-8955-A4FE5FAD95C6}" destId="{5EC2C940-DD07-4C98-B635-35822E7B380A}" srcOrd="10" destOrd="0" presId="urn:microsoft.com/office/officeart/2005/8/layout/list1"/>
    <dgm:cxn modelId="{11EA36E7-9813-4317-9750-DFFD7375F131}" type="presParOf" srcId="{78457BB2-2C08-4D42-8955-A4FE5FAD95C6}" destId="{6542D5B7-67AD-4887-B67A-56F5147933F0}" srcOrd="11" destOrd="0" presId="urn:microsoft.com/office/officeart/2005/8/layout/list1"/>
    <dgm:cxn modelId="{F70ED507-4100-4021-A9F0-C98AF48C50E6}" type="presParOf" srcId="{78457BB2-2C08-4D42-8955-A4FE5FAD95C6}" destId="{07985244-2D44-4D81-9A29-BF2D954932B7}" srcOrd="12" destOrd="0" presId="urn:microsoft.com/office/officeart/2005/8/layout/list1"/>
    <dgm:cxn modelId="{A31287DF-7A14-4AE4-BEC8-8281791E4C7C}" type="presParOf" srcId="{07985244-2D44-4D81-9A29-BF2D954932B7}" destId="{399E7C54-8ABA-47D9-8A74-007CBBA84088}" srcOrd="0" destOrd="0" presId="urn:microsoft.com/office/officeart/2005/8/layout/list1"/>
    <dgm:cxn modelId="{F3C6DF09-CB53-4E76-9EC7-63EA72074FB5}" type="presParOf" srcId="{07985244-2D44-4D81-9A29-BF2D954932B7}" destId="{BC5589A2-CB1F-444C-9BB3-AB775F7B3D04}" srcOrd="1" destOrd="0" presId="urn:microsoft.com/office/officeart/2005/8/layout/list1"/>
    <dgm:cxn modelId="{A4E4C1DD-C070-4DF7-BA89-D4448C5487BC}" type="presParOf" srcId="{78457BB2-2C08-4D42-8955-A4FE5FAD95C6}" destId="{D8E2D465-E0EC-4F85-9F6C-E2581BFB3B27}" srcOrd="13" destOrd="0" presId="urn:microsoft.com/office/officeart/2005/8/layout/list1"/>
    <dgm:cxn modelId="{98F23BC2-C4B5-494D-84BD-3E66A85F6AB2}" type="presParOf" srcId="{78457BB2-2C08-4D42-8955-A4FE5FAD95C6}" destId="{2D52DFBC-BC7C-4CC1-8087-FCDC0457B595}" srcOrd="14" destOrd="0" presId="urn:microsoft.com/office/officeart/2005/8/layout/list1"/>
    <dgm:cxn modelId="{9FF8D8C8-0CBF-48AE-9DAB-8D34C3B9E0EA}" type="presParOf" srcId="{78457BB2-2C08-4D42-8955-A4FE5FAD95C6}" destId="{F8934F86-A6A7-4CA1-A26F-105703246F2C}" srcOrd="15" destOrd="0" presId="urn:microsoft.com/office/officeart/2005/8/layout/list1"/>
    <dgm:cxn modelId="{08922239-C109-424B-B2B5-1D4E745E1610}" type="presParOf" srcId="{78457BB2-2C08-4D42-8955-A4FE5FAD95C6}" destId="{52CF82AE-B500-4116-8DA1-DB8446DA4FBA}" srcOrd="16" destOrd="0" presId="urn:microsoft.com/office/officeart/2005/8/layout/list1"/>
    <dgm:cxn modelId="{25AC8286-ABAF-4A8F-8605-B22CDD91F0ED}" type="presParOf" srcId="{52CF82AE-B500-4116-8DA1-DB8446DA4FBA}" destId="{2C14441E-2013-4575-9DFE-3D84CDE23757}" srcOrd="0" destOrd="0" presId="urn:microsoft.com/office/officeart/2005/8/layout/list1"/>
    <dgm:cxn modelId="{EB811E15-BFBE-4BDA-B420-C627EF49A9F5}" type="presParOf" srcId="{52CF82AE-B500-4116-8DA1-DB8446DA4FBA}" destId="{D8EF0401-8BC1-4FBD-8259-9899AE2F71FC}" srcOrd="1" destOrd="0" presId="urn:microsoft.com/office/officeart/2005/8/layout/list1"/>
    <dgm:cxn modelId="{B25EA887-7F50-4152-AB5C-F8BF87748FC2}" type="presParOf" srcId="{78457BB2-2C08-4D42-8955-A4FE5FAD95C6}" destId="{7F8DCE1E-18EE-4D73-B46A-C6B458FEB1AD}" srcOrd="17" destOrd="0" presId="urn:microsoft.com/office/officeart/2005/8/layout/list1"/>
    <dgm:cxn modelId="{1A00ADF5-82A2-4946-AE3D-A96EEB4540FF}" type="presParOf" srcId="{78457BB2-2C08-4D42-8955-A4FE5FAD95C6}" destId="{DD4BB75A-2573-4D29-9AD6-B177A51424B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445B3C1-09B5-4982-986E-13E93D6E3B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F47742-C5DB-4066-83BA-FF229013B8C6}">
      <dgm:prSet/>
      <dgm:spPr/>
      <dgm:t>
        <a:bodyPr/>
        <a:lstStyle/>
        <a:p>
          <a:r>
            <a:rPr lang="pt-BR" dirty="0"/>
            <a:t>Sicoob</a:t>
          </a:r>
          <a:endParaRPr lang="en-US" dirty="0"/>
        </a:p>
      </dgm:t>
    </dgm:pt>
    <dgm:pt modelId="{3F5DA235-6FE2-45B9-BDB4-8195BC0A23B8}" type="parTrans" cxnId="{F13920CF-497B-48A6-A089-B9F5CE3A19AF}">
      <dgm:prSet/>
      <dgm:spPr/>
      <dgm:t>
        <a:bodyPr/>
        <a:lstStyle/>
        <a:p>
          <a:endParaRPr lang="en-US"/>
        </a:p>
      </dgm:t>
    </dgm:pt>
    <dgm:pt modelId="{50ED3BCC-AD9E-4CE6-8BB0-C0FE3F07CC7F}" type="sibTrans" cxnId="{F13920CF-497B-48A6-A089-B9F5CE3A19AF}">
      <dgm:prSet/>
      <dgm:spPr/>
      <dgm:t>
        <a:bodyPr/>
        <a:lstStyle/>
        <a:p>
          <a:endParaRPr lang="en-US"/>
        </a:p>
      </dgm:t>
    </dgm:pt>
    <dgm:pt modelId="{ACAFAF59-BEBE-4CB4-9EA4-EDB22810583A}">
      <dgm:prSet/>
      <dgm:spPr/>
      <dgm:t>
        <a:bodyPr/>
        <a:lstStyle/>
        <a:p>
          <a:r>
            <a:rPr lang="pt-BR"/>
            <a:t>Sicredi</a:t>
          </a:r>
          <a:endParaRPr lang="pt-BR" dirty="0"/>
        </a:p>
      </dgm:t>
    </dgm:pt>
    <dgm:pt modelId="{5F3C2303-45F2-4E8D-B55B-FC36CF7ECD3F}" type="parTrans" cxnId="{F35EDA41-279D-4D59-8182-813E2FC707A0}">
      <dgm:prSet/>
      <dgm:spPr/>
      <dgm:t>
        <a:bodyPr/>
        <a:lstStyle/>
        <a:p>
          <a:endParaRPr lang="pt-BR"/>
        </a:p>
      </dgm:t>
    </dgm:pt>
    <dgm:pt modelId="{2641898E-51C4-496E-9228-CC97F8874D81}" type="sibTrans" cxnId="{F35EDA41-279D-4D59-8182-813E2FC707A0}">
      <dgm:prSet/>
      <dgm:spPr/>
      <dgm:t>
        <a:bodyPr/>
        <a:lstStyle/>
        <a:p>
          <a:endParaRPr lang="pt-BR"/>
        </a:p>
      </dgm:t>
    </dgm:pt>
    <dgm:pt modelId="{95C18A23-322F-4957-B368-7BF94EE31BD3}">
      <dgm:prSet/>
      <dgm:spPr/>
      <dgm:t>
        <a:bodyPr/>
        <a:lstStyle/>
        <a:p>
          <a:r>
            <a:rPr lang="pt-BR"/>
            <a:t>Cresol</a:t>
          </a:r>
          <a:endParaRPr lang="pt-BR" dirty="0"/>
        </a:p>
      </dgm:t>
    </dgm:pt>
    <dgm:pt modelId="{7FDEA6A8-66F0-4129-8184-FCF8AD81B3EF}" type="parTrans" cxnId="{B062C9A5-930C-4742-BADC-62447816B0B1}">
      <dgm:prSet/>
      <dgm:spPr/>
      <dgm:t>
        <a:bodyPr/>
        <a:lstStyle/>
        <a:p>
          <a:endParaRPr lang="pt-BR"/>
        </a:p>
      </dgm:t>
    </dgm:pt>
    <dgm:pt modelId="{7DC8FC14-43D0-4761-BD2E-FC66E755DBB1}" type="sibTrans" cxnId="{B062C9A5-930C-4742-BADC-62447816B0B1}">
      <dgm:prSet/>
      <dgm:spPr/>
      <dgm:t>
        <a:bodyPr/>
        <a:lstStyle/>
        <a:p>
          <a:endParaRPr lang="pt-BR"/>
        </a:p>
      </dgm:t>
    </dgm:pt>
    <dgm:pt modelId="{78457BB2-2C08-4D42-8955-A4FE5FAD95C6}" type="pres">
      <dgm:prSet presAssocID="{4445B3C1-09B5-4982-986E-13E93D6E3B1F}" presName="linear" presStyleCnt="0">
        <dgm:presLayoutVars>
          <dgm:dir/>
          <dgm:animLvl val="lvl"/>
          <dgm:resizeHandles val="exact"/>
        </dgm:presLayoutVars>
      </dgm:prSet>
      <dgm:spPr/>
    </dgm:pt>
    <dgm:pt modelId="{C32D71A5-5810-475D-9E51-EDCBAC254BBC}" type="pres">
      <dgm:prSet presAssocID="{6DF47742-C5DB-4066-83BA-FF229013B8C6}" presName="parentLin" presStyleCnt="0"/>
      <dgm:spPr/>
    </dgm:pt>
    <dgm:pt modelId="{0BD3CF17-5E96-49C7-9795-164425F1BA70}" type="pres">
      <dgm:prSet presAssocID="{6DF47742-C5DB-4066-83BA-FF229013B8C6}" presName="parentLeftMargin" presStyleLbl="node1" presStyleIdx="0" presStyleCnt="3"/>
      <dgm:spPr/>
    </dgm:pt>
    <dgm:pt modelId="{BD2A7390-30D9-4539-96E3-6E028BF04830}" type="pres">
      <dgm:prSet presAssocID="{6DF47742-C5DB-4066-83BA-FF229013B8C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B5CB93-6356-4726-9529-F9CFBA5EEE36}" type="pres">
      <dgm:prSet presAssocID="{6DF47742-C5DB-4066-83BA-FF229013B8C6}" presName="negativeSpace" presStyleCnt="0"/>
      <dgm:spPr/>
    </dgm:pt>
    <dgm:pt modelId="{A59AA8F5-34CF-4CD5-8FA4-C5F28C1238C2}" type="pres">
      <dgm:prSet presAssocID="{6DF47742-C5DB-4066-83BA-FF229013B8C6}" presName="childText" presStyleLbl="conFgAcc1" presStyleIdx="0" presStyleCnt="3">
        <dgm:presLayoutVars>
          <dgm:bulletEnabled val="1"/>
        </dgm:presLayoutVars>
      </dgm:prSet>
      <dgm:spPr/>
    </dgm:pt>
    <dgm:pt modelId="{7D4C7089-64D9-4CFF-BE68-740F930C278A}" type="pres">
      <dgm:prSet presAssocID="{50ED3BCC-AD9E-4CE6-8BB0-C0FE3F07CC7F}" presName="spaceBetweenRectangles" presStyleCnt="0"/>
      <dgm:spPr/>
    </dgm:pt>
    <dgm:pt modelId="{70882477-DBFD-43E2-8F76-12FA787629DA}" type="pres">
      <dgm:prSet presAssocID="{ACAFAF59-BEBE-4CB4-9EA4-EDB22810583A}" presName="parentLin" presStyleCnt="0"/>
      <dgm:spPr/>
    </dgm:pt>
    <dgm:pt modelId="{C67194DC-8CB8-405D-8449-8896B112C66A}" type="pres">
      <dgm:prSet presAssocID="{ACAFAF59-BEBE-4CB4-9EA4-EDB22810583A}" presName="parentLeftMargin" presStyleLbl="node1" presStyleIdx="0" presStyleCnt="3"/>
      <dgm:spPr/>
    </dgm:pt>
    <dgm:pt modelId="{7FFFF100-BF3D-40F5-BB4A-1E4E88FBA1E2}" type="pres">
      <dgm:prSet presAssocID="{ACAFAF59-BEBE-4CB4-9EA4-EDB22810583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41219D3-1198-4A42-9C24-646290ACBCF6}" type="pres">
      <dgm:prSet presAssocID="{ACAFAF59-BEBE-4CB4-9EA4-EDB22810583A}" presName="negativeSpace" presStyleCnt="0"/>
      <dgm:spPr/>
    </dgm:pt>
    <dgm:pt modelId="{913BC0F6-C576-482C-9427-3AE0D79D3D04}" type="pres">
      <dgm:prSet presAssocID="{ACAFAF59-BEBE-4CB4-9EA4-EDB22810583A}" presName="childText" presStyleLbl="conFgAcc1" presStyleIdx="1" presStyleCnt="3">
        <dgm:presLayoutVars>
          <dgm:bulletEnabled val="1"/>
        </dgm:presLayoutVars>
      </dgm:prSet>
      <dgm:spPr/>
    </dgm:pt>
    <dgm:pt modelId="{D23FBAC3-2317-49FD-83E0-5F8AF630EC8A}" type="pres">
      <dgm:prSet presAssocID="{2641898E-51C4-496E-9228-CC97F8874D81}" presName="spaceBetweenRectangles" presStyleCnt="0"/>
      <dgm:spPr/>
    </dgm:pt>
    <dgm:pt modelId="{8383E406-8BCE-42B4-AE8E-7EB9FBD90A00}" type="pres">
      <dgm:prSet presAssocID="{95C18A23-322F-4957-B368-7BF94EE31BD3}" presName="parentLin" presStyleCnt="0"/>
      <dgm:spPr/>
    </dgm:pt>
    <dgm:pt modelId="{42F249AC-5016-4366-88BE-608DF3A2345F}" type="pres">
      <dgm:prSet presAssocID="{95C18A23-322F-4957-B368-7BF94EE31BD3}" presName="parentLeftMargin" presStyleLbl="node1" presStyleIdx="1" presStyleCnt="3"/>
      <dgm:spPr/>
    </dgm:pt>
    <dgm:pt modelId="{A35001EB-27DD-4097-A2A5-71C356F44B18}" type="pres">
      <dgm:prSet presAssocID="{95C18A23-322F-4957-B368-7BF94EE31BD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A9FF8FB-F2E6-422D-A9F0-B82BCA3EB69B}" type="pres">
      <dgm:prSet presAssocID="{95C18A23-322F-4957-B368-7BF94EE31BD3}" presName="negativeSpace" presStyleCnt="0"/>
      <dgm:spPr/>
    </dgm:pt>
    <dgm:pt modelId="{DA181220-A0B3-4605-9D56-A197F98C28D1}" type="pres">
      <dgm:prSet presAssocID="{95C18A23-322F-4957-B368-7BF94EE31BD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AB81031-F9D4-414E-83C7-B8C97E0910FE}" type="presOf" srcId="{6DF47742-C5DB-4066-83BA-FF229013B8C6}" destId="{0BD3CF17-5E96-49C7-9795-164425F1BA70}" srcOrd="0" destOrd="0" presId="urn:microsoft.com/office/officeart/2005/8/layout/list1"/>
    <dgm:cxn modelId="{F35EDA41-279D-4D59-8182-813E2FC707A0}" srcId="{4445B3C1-09B5-4982-986E-13E93D6E3B1F}" destId="{ACAFAF59-BEBE-4CB4-9EA4-EDB22810583A}" srcOrd="1" destOrd="0" parTransId="{5F3C2303-45F2-4E8D-B55B-FC36CF7ECD3F}" sibTransId="{2641898E-51C4-496E-9228-CC97F8874D81}"/>
    <dgm:cxn modelId="{712FB870-2CB3-41AF-AA79-90CE594C805D}" type="presOf" srcId="{4445B3C1-09B5-4982-986E-13E93D6E3B1F}" destId="{78457BB2-2C08-4D42-8955-A4FE5FAD95C6}" srcOrd="0" destOrd="0" presId="urn:microsoft.com/office/officeart/2005/8/layout/list1"/>
    <dgm:cxn modelId="{27EAAE88-E9D9-4067-AEB0-F341AF3E0B77}" type="presOf" srcId="{6DF47742-C5DB-4066-83BA-FF229013B8C6}" destId="{BD2A7390-30D9-4539-96E3-6E028BF04830}" srcOrd="1" destOrd="0" presId="urn:microsoft.com/office/officeart/2005/8/layout/list1"/>
    <dgm:cxn modelId="{C54AED99-CDA8-4222-8FE3-9FABAF096A02}" type="presOf" srcId="{ACAFAF59-BEBE-4CB4-9EA4-EDB22810583A}" destId="{7FFFF100-BF3D-40F5-BB4A-1E4E88FBA1E2}" srcOrd="1" destOrd="0" presId="urn:microsoft.com/office/officeart/2005/8/layout/list1"/>
    <dgm:cxn modelId="{B062C9A5-930C-4742-BADC-62447816B0B1}" srcId="{4445B3C1-09B5-4982-986E-13E93D6E3B1F}" destId="{95C18A23-322F-4957-B368-7BF94EE31BD3}" srcOrd="2" destOrd="0" parTransId="{7FDEA6A8-66F0-4129-8184-FCF8AD81B3EF}" sibTransId="{7DC8FC14-43D0-4761-BD2E-FC66E755DBB1}"/>
    <dgm:cxn modelId="{FB9E12B7-493E-464A-ADDB-A21EC47138E6}" type="presOf" srcId="{ACAFAF59-BEBE-4CB4-9EA4-EDB22810583A}" destId="{C67194DC-8CB8-405D-8449-8896B112C66A}" srcOrd="0" destOrd="0" presId="urn:microsoft.com/office/officeart/2005/8/layout/list1"/>
    <dgm:cxn modelId="{DC16C4CA-B137-4909-9C2A-31FD212D6C59}" type="presOf" srcId="{95C18A23-322F-4957-B368-7BF94EE31BD3}" destId="{A35001EB-27DD-4097-A2A5-71C356F44B18}" srcOrd="1" destOrd="0" presId="urn:microsoft.com/office/officeart/2005/8/layout/list1"/>
    <dgm:cxn modelId="{F13920CF-497B-48A6-A089-B9F5CE3A19AF}" srcId="{4445B3C1-09B5-4982-986E-13E93D6E3B1F}" destId="{6DF47742-C5DB-4066-83BA-FF229013B8C6}" srcOrd="0" destOrd="0" parTransId="{3F5DA235-6FE2-45B9-BDB4-8195BC0A23B8}" sibTransId="{50ED3BCC-AD9E-4CE6-8BB0-C0FE3F07CC7F}"/>
    <dgm:cxn modelId="{36EAB3F4-1D71-4E0D-9A00-3E2982EEFC8C}" type="presOf" srcId="{95C18A23-322F-4957-B368-7BF94EE31BD3}" destId="{42F249AC-5016-4366-88BE-608DF3A2345F}" srcOrd="0" destOrd="0" presId="urn:microsoft.com/office/officeart/2005/8/layout/list1"/>
    <dgm:cxn modelId="{C446048E-B34D-49D1-A680-BC18944C7AA3}" type="presParOf" srcId="{78457BB2-2C08-4D42-8955-A4FE5FAD95C6}" destId="{C32D71A5-5810-475D-9E51-EDCBAC254BBC}" srcOrd="0" destOrd="0" presId="urn:microsoft.com/office/officeart/2005/8/layout/list1"/>
    <dgm:cxn modelId="{575A6994-2791-45DF-A705-F4C839721401}" type="presParOf" srcId="{C32D71A5-5810-475D-9E51-EDCBAC254BBC}" destId="{0BD3CF17-5E96-49C7-9795-164425F1BA70}" srcOrd="0" destOrd="0" presId="urn:microsoft.com/office/officeart/2005/8/layout/list1"/>
    <dgm:cxn modelId="{62700F4E-2B6A-4764-B8C2-3DDBD2934D3D}" type="presParOf" srcId="{C32D71A5-5810-475D-9E51-EDCBAC254BBC}" destId="{BD2A7390-30D9-4539-96E3-6E028BF04830}" srcOrd="1" destOrd="0" presId="urn:microsoft.com/office/officeart/2005/8/layout/list1"/>
    <dgm:cxn modelId="{8076F032-D56C-4133-BA92-F656A62C0923}" type="presParOf" srcId="{78457BB2-2C08-4D42-8955-A4FE5FAD95C6}" destId="{A9B5CB93-6356-4726-9529-F9CFBA5EEE36}" srcOrd="1" destOrd="0" presId="urn:microsoft.com/office/officeart/2005/8/layout/list1"/>
    <dgm:cxn modelId="{3FEF138D-783B-4BC3-B0E7-4F17A9F0A79A}" type="presParOf" srcId="{78457BB2-2C08-4D42-8955-A4FE5FAD95C6}" destId="{A59AA8F5-34CF-4CD5-8FA4-C5F28C1238C2}" srcOrd="2" destOrd="0" presId="urn:microsoft.com/office/officeart/2005/8/layout/list1"/>
    <dgm:cxn modelId="{5832DAE8-3424-4E0D-AB8B-EAB203836BC6}" type="presParOf" srcId="{78457BB2-2C08-4D42-8955-A4FE5FAD95C6}" destId="{7D4C7089-64D9-4CFF-BE68-740F930C278A}" srcOrd="3" destOrd="0" presId="urn:microsoft.com/office/officeart/2005/8/layout/list1"/>
    <dgm:cxn modelId="{E89FCE9C-C87E-4C84-A227-AAB76BB773BE}" type="presParOf" srcId="{78457BB2-2C08-4D42-8955-A4FE5FAD95C6}" destId="{70882477-DBFD-43E2-8F76-12FA787629DA}" srcOrd="4" destOrd="0" presId="urn:microsoft.com/office/officeart/2005/8/layout/list1"/>
    <dgm:cxn modelId="{85004CCF-4D8B-43B4-AC03-DF542FD315C0}" type="presParOf" srcId="{70882477-DBFD-43E2-8F76-12FA787629DA}" destId="{C67194DC-8CB8-405D-8449-8896B112C66A}" srcOrd="0" destOrd="0" presId="urn:microsoft.com/office/officeart/2005/8/layout/list1"/>
    <dgm:cxn modelId="{0B826296-2EE0-4A84-A09D-8FBBB642F5BC}" type="presParOf" srcId="{70882477-DBFD-43E2-8F76-12FA787629DA}" destId="{7FFFF100-BF3D-40F5-BB4A-1E4E88FBA1E2}" srcOrd="1" destOrd="0" presId="urn:microsoft.com/office/officeart/2005/8/layout/list1"/>
    <dgm:cxn modelId="{6BDEEBC6-3584-455C-A7F0-172799D7B6E6}" type="presParOf" srcId="{78457BB2-2C08-4D42-8955-A4FE5FAD95C6}" destId="{541219D3-1198-4A42-9C24-646290ACBCF6}" srcOrd="5" destOrd="0" presId="urn:microsoft.com/office/officeart/2005/8/layout/list1"/>
    <dgm:cxn modelId="{65DBC3D6-135D-48DC-A50E-FECE6EF07E9D}" type="presParOf" srcId="{78457BB2-2C08-4D42-8955-A4FE5FAD95C6}" destId="{913BC0F6-C576-482C-9427-3AE0D79D3D04}" srcOrd="6" destOrd="0" presId="urn:microsoft.com/office/officeart/2005/8/layout/list1"/>
    <dgm:cxn modelId="{1E399911-DEB1-4891-9255-B59CA9752EB2}" type="presParOf" srcId="{78457BB2-2C08-4D42-8955-A4FE5FAD95C6}" destId="{D23FBAC3-2317-49FD-83E0-5F8AF630EC8A}" srcOrd="7" destOrd="0" presId="urn:microsoft.com/office/officeart/2005/8/layout/list1"/>
    <dgm:cxn modelId="{9AC75F3C-44B6-4880-BFAD-861FED683E14}" type="presParOf" srcId="{78457BB2-2C08-4D42-8955-A4FE5FAD95C6}" destId="{8383E406-8BCE-42B4-AE8E-7EB9FBD90A00}" srcOrd="8" destOrd="0" presId="urn:microsoft.com/office/officeart/2005/8/layout/list1"/>
    <dgm:cxn modelId="{831CB53C-8C30-4287-8384-CBFFD4BD5174}" type="presParOf" srcId="{8383E406-8BCE-42B4-AE8E-7EB9FBD90A00}" destId="{42F249AC-5016-4366-88BE-608DF3A2345F}" srcOrd="0" destOrd="0" presId="urn:microsoft.com/office/officeart/2005/8/layout/list1"/>
    <dgm:cxn modelId="{3A2A27DF-0E67-43E4-A813-93B73312C1F7}" type="presParOf" srcId="{8383E406-8BCE-42B4-AE8E-7EB9FBD90A00}" destId="{A35001EB-27DD-4097-A2A5-71C356F44B18}" srcOrd="1" destOrd="0" presId="urn:microsoft.com/office/officeart/2005/8/layout/list1"/>
    <dgm:cxn modelId="{93FC2DA2-1E87-4D4B-819B-69A443E16512}" type="presParOf" srcId="{78457BB2-2C08-4D42-8955-A4FE5FAD95C6}" destId="{AA9FF8FB-F2E6-422D-A9F0-B82BCA3EB69B}" srcOrd="9" destOrd="0" presId="urn:microsoft.com/office/officeart/2005/8/layout/list1"/>
    <dgm:cxn modelId="{5062A592-EE42-4E87-BD12-EB7722B234C0}" type="presParOf" srcId="{78457BB2-2C08-4D42-8955-A4FE5FAD95C6}" destId="{DA181220-A0B3-4605-9D56-A197F98C28D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445B3C1-09B5-4982-986E-13E93D6E3B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F47742-C5DB-4066-83BA-FF229013B8C6}">
      <dgm:prSet/>
      <dgm:spPr/>
      <dgm:t>
        <a:bodyPr/>
        <a:lstStyle/>
        <a:p>
          <a:r>
            <a:rPr lang="pt-BR" dirty="0"/>
            <a:t>Bancos comunitários</a:t>
          </a:r>
          <a:endParaRPr lang="en-US" dirty="0"/>
        </a:p>
      </dgm:t>
    </dgm:pt>
    <dgm:pt modelId="{3F5DA235-6FE2-45B9-BDB4-8195BC0A23B8}" type="parTrans" cxnId="{F13920CF-497B-48A6-A089-B9F5CE3A19AF}">
      <dgm:prSet/>
      <dgm:spPr/>
      <dgm:t>
        <a:bodyPr/>
        <a:lstStyle/>
        <a:p>
          <a:endParaRPr lang="en-US"/>
        </a:p>
      </dgm:t>
    </dgm:pt>
    <dgm:pt modelId="{50ED3BCC-AD9E-4CE6-8BB0-C0FE3F07CC7F}" type="sibTrans" cxnId="{F13920CF-497B-48A6-A089-B9F5CE3A19AF}">
      <dgm:prSet/>
      <dgm:spPr/>
      <dgm:t>
        <a:bodyPr/>
        <a:lstStyle/>
        <a:p>
          <a:endParaRPr lang="en-US"/>
        </a:p>
      </dgm:t>
    </dgm:pt>
    <dgm:pt modelId="{F5B5A917-A6F0-47AE-8FFA-A8458E6DEA1E}">
      <dgm:prSet/>
      <dgm:spPr/>
      <dgm:t>
        <a:bodyPr/>
        <a:lstStyle/>
        <a:p>
          <a:r>
            <a:rPr lang="pt-BR"/>
            <a:t>Fundos rotativos</a:t>
          </a:r>
          <a:endParaRPr lang="pt-BR" dirty="0"/>
        </a:p>
      </dgm:t>
    </dgm:pt>
    <dgm:pt modelId="{77821DF3-AC79-4E58-9069-8F1DC80C11F2}" type="parTrans" cxnId="{0600976B-D5A4-4EEC-A9BD-748719EEC792}">
      <dgm:prSet/>
      <dgm:spPr/>
      <dgm:t>
        <a:bodyPr/>
        <a:lstStyle/>
        <a:p>
          <a:endParaRPr lang="pt-BR"/>
        </a:p>
      </dgm:t>
    </dgm:pt>
    <dgm:pt modelId="{D17AD9C2-1696-4D51-A249-78DBDA699257}" type="sibTrans" cxnId="{0600976B-D5A4-4EEC-A9BD-748719EEC792}">
      <dgm:prSet/>
      <dgm:spPr/>
      <dgm:t>
        <a:bodyPr/>
        <a:lstStyle/>
        <a:p>
          <a:endParaRPr lang="pt-BR"/>
        </a:p>
      </dgm:t>
    </dgm:pt>
    <dgm:pt modelId="{7B680D08-132E-42C2-ADB0-F29BED216721}">
      <dgm:prSet/>
      <dgm:spPr/>
      <dgm:t>
        <a:bodyPr/>
        <a:lstStyle/>
        <a:p>
          <a:r>
            <a:rPr lang="pt-BR"/>
            <a:t>Cooperativas</a:t>
          </a:r>
          <a:endParaRPr lang="pt-BR" dirty="0"/>
        </a:p>
      </dgm:t>
    </dgm:pt>
    <dgm:pt modelId="{0946A431-9576-4055-A0C4-00AEE484475F}" type="parTrans" cxnId="{F1864AE9-71DE-4279-99F6-7E3B09D2E1A3}">
      <dgm:prSet/>
      <dgm:spPr/>
      <dgm:t>
        <a:bodyPr/>
        <a:lstStyle/>
        <a:p>
          <a:endParaRPr lang="pt-BR"/>
        </a:p>
      </dgm:t>
    </dgm:pt>
    <dgm:pt modelId="{42C07B18-DC09-40C9-8CD0-1547F1995A67}" type="sibTrans" cxnId="{F1864AE9-71DE-4279-99F6-7E3B09D2E1A3}">
      <dgm:prSet/>
      <dgm:spPr/>
      <dgm:t>
        <a:bodyPr/>
        <a:lstStyle/>
        <a:p>
          <a:endParaRPr lang="pt-BR"/>
        </a:p>
      </dgm:t>
    </dgm:pt>
    <dgm:pt modelId="{D788D3DE-0363-492B-AA43-2E3F01BBB7CE}">
      <dgm:prSet/>
      <dgm:spPr/>
      <dgm:t>
        <a:bodyPr/>
        <a:lstStyle/>
        <a:p>
          <a:r>
            <a:rPr lang="pt-BR"/>
            <a:t>Associações produtivas</a:t>
          </a:r>
          <a:endParaRPr lang="pt-BR" dirty="0"/>
        </a:p>
      </dgm:t>
    </dgm:pt>
    <dgm:pt modelId="{F5DB09B9-8056-4A64-9657-72724454B905}" type="parTrans" cxnId="{7F56C046-595D-4562-8E7F-74EBCFC4DCBA}">
      <dgm:prSet/>
      <dgm:spPr/>
      <dgm:t>
        <a:bodyPr/>
        <a:lstStyle/>
        <a:p>
          <a:endParaRPr lang="pt-BR"/>
        </a:p>
      </dgm:t>
    </dgm:pt>
    <dgm:pt modelId="{8A15C40C-6809-404E-94A7-6338E8FDD129}" type="sibTrans" cxnId="{7F56C046-595D-4562-8E7F-74EBCFC4DCBA}">
      <dgm:prSet/>
      <dgm:spPr/>
      <dgm:t>
        <a:bodyPr/>
        <a:lstStyle/>
        <a:p>
          <a:endParaRPr lang="pt-BR"/>
        </a:p>
      </dgm:t>
    </dgm:pt>
    <dgm:pt modelId="{A3C63DB4-F694-4DCB-B46A-7AF1513EDE9D}">
      <dgm:prSet/>
      <dgm:spPr/>
      <dgm:t>
        <a:bodyPr/>
        <a:lstStyle/>
        <a:p>
          <a:r>
            <a:rPr lang="pt-BR"/>
            <a:t>Grupos de poupança solidária</a:t>
          </a:r>
          <a:endParaRPr lang="pt-BR" dirty="0"/>
        </a:p>
      </dgm:t>
    </dgm:pt>
    <dgm:pt modelId="{93B33E4D-F277-4B7A-979A-9D4FDACCEF31}" type="parTrans" cxnId="{42263CD0-2444-4F25-A297-50636817221F}">
      <dgm:prSet/>
      <dgm:spPr/>
      <dgm:t>
        <a:bodyPr/>
        <a:lstStyle/>
        <a:p>
          <a:endParaRPr lang="pt-BR"/>
        </a:p>
      </dgm:t>
    </dgm:pt>
    <dgm:pt modelId="{3E4A0237-FE71-4C6F-B429-AD6087B05C2C}" type="sibTrans" cxnId="{42263CD0-2444-4F25-A297-50636817221F}">
      <dgm:prSet/>
      <dgm:spPr/>
      <dgm:t>
        <a:bodyPr/>
        <a:lstStyle/>
        <a:p>
          <a:endParaRPr lang="pt-BR"/>
        </a:p>
      </dgm:t>
    </dgm:pt>
    <dgm:pt modelId="{78457BB2-2C08-4D42-8955-A4FE5FAD95C6}" type="pres">
      <dgm:prSet presAssocID="{4445B3C1-09B5-4982-986E-13E93D6E3B1F}" presName="linear" presStyleCnt="0">
        <dgm:presLayoutVars>
          <dgm:dir/>
          <dgm:animLvl val="lvl"/>
          <dgm:resizeHandles val="exact"/>
        </dgm:presLayoutVars>
      </dgm:prSet>
      <dgm:spPr/>
    </dgm:pt>
    <dgm:pt modelId="{C32D71A5-5810-475D-9E51-EDCBAC254BBC}" type="pres">
      <dgm:prSet presAssocID="{6DF47742-C5DB-4066-83BA-FF229013B8C6}" presName="parentLin" presStyleCnt="0"/>
      <dgm:spPr/>
    </dgm:pt>
    <dgm:pt modelId="{0BD3CF17-5E96-49C7-9795-164425F1BA70}" type="pres">
      <dgm:prSet presAssocID="{6DF47742-C5DB-4066-83BA-FF229013B8C6}" presName="parentLeftMargin" presStyleLbl="node1" presStyleIdx="0" presStyleCnt="5"/>
      <dgm:spPr/>
    </dgm:pt>
    <dgm:pt modelId="{BD2A7390-30D9-4539-96E3-6E028BF04830}" type="pres">
      <dgm:prSet presAssocID="{6DF47742-C5DB-4066-83BA-FF229013B8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9B5CB93-6356-4726-9529-F9CFBA5EEE36}" type="pres">
      <dgm:prSet presAssocID="{6DF47742-C5DB-4066-83BA-FF229013B8C6}" presName="negativeSpace" presStyleCnt="0"/>
      <dgm:spPr/>
    </dgm:pt>
    <dgm:pt modelId="{A59AA8F5-34CF-4CD5-8FA4-C5F28C1238C2}" type="pres">
      <dgm:prSet presAssocID="{6DF47742-C5DB-4066-83BA-FF229013B8C6}" presName="childText" presStyleLbl="conFgAcc1" presStyleIdx="0" presStyleCnt="5">
        <dgm:presLayoutVars>
          <dgm:bulletEnabled val="1"/>
        </dgm:presLayoutVars>
      </dgm:prSet>
      <dgm:spPr/>
    </dgm:pt>
    <dgm:pt modelId="{7D4C7089-64D9-4CFF-BE68-740F930C278A}" type="pres">
      <dgm:prSet presAssocID="{50ED3BCC-AD9E-4CE6-8BB0-C0FE3F07CC7F}" presName="spaceBetweenRectangles" presStyleCnt="0"/>
      <dgm:spPr/>
    </dgm:pt>
    <dgm:pt modelId="{D84DDE48-793B-4156-B8F1-1673CB02902A}" type="pres">
      <dgm:prSet presAssocID="{F5B5A917-A6F0-47AE-8FFA-A8458E6DEA1E}" presName="parentLin" presStyleCnt="0"/>
      <dgm:spPr/>
    </dgm:pt>
    <dgm:pt modelId="{A837A0B4-2FB7-4104-9FEF-0BFFA031F96E}" type="pres">
      <dgm:prSet presAssocID="{F5B5A917-A6F0-47AE-8FFA-A8458E6DEA1E}" presName="parentLeftMargin" presStyleLbl="node1" presStyleIdx="0" presStyleCnt="5"/>
      <dgm:spPr/>
    </dgm:pt>
    <dgm:pt modelId="{C61CC1E1-B3F4-487E-9A4A-2A3207E394A7}" type="pres">
      <dgm:prSet presAssocID="{F5B5A917-A6F0-47AE-8FFA-A8458E6DEA1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B9F151B-558A-4366-B8F0-5B77DCCE42B9}" type="pres">
      <dgm:prSet presAssocID="{F5B5A917-A6F0-47AE-8FFA-A8458E6DEA1E}" presName="negativeSpace" presStyleCnt="0"/>
      <dgm:spPr/>
    </dgm:pt>
    <dgm:pt modelId="{0A3F9E28-56BF-43BE-85FB-688A2AA2B941}" type="pres">
      <dgm:prSet presAssocID="{F5B5A917-A6F0-47AE-8FFA-A8458E6DEA1E}" presName="childText" presStyleLbl="conFgAcc1" presStyleIdx="1" presStyleCnt="5">
        <dgm:presLayoutVars>
          <dgm:bulletEnabled val="1"/>
        </dgm:presLayoutVars>
      </dgm:prSet>
      <dgm:spPr/>
    </dgm:pt>
    <dgm:pt modelId="{B8927FAB-45A2-439F-AD87-A4A3E6F8DF09}" type="pres">
      <dgm:prSet presAssocID="{D17AD9C2-1696-4D51-A249-78DBDA699257}" presName="spaceBetweenRectangles" presStyleCnt="0"/>
      <dgm:spPr/>
    </dgm:pt>
    <dgm:pt modelId="{9333A8D8-4A8C-4BF5-B45D-650E2CA19E3E}" type="pres">
      <dgm:prSet presAssocID="{7B680D08-132E-42C2-ADB0-F29BED216721}" presName="parentLin" presStyleCnt="0"/>
      <dgm:spPr/>
    </dgm:pt>
    <dgm:pt modelId="{2813E641-DCE8-49C6-A9D7-3DE4409FFAC1}" type="pres">
      <dgm:prSet presAssocID="{7B680D08-132E-42C2-ADB0-F29BED216721}" presName="parentLeftMargin" presStyleLbl="node1" presStyleIdx="1" presStyleCnt="5"/>
      <dgm:spPr/>
    </dgm:pt>
    <dgm:pt modelId="{1EB58570-2EF1-4A1F-972B-60ABAE05403B}" type="pres">
      <dgm:prSet presAssocID="{7B680D08-132E-42C2-ADB0-F29BED21672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A2150A-E034-4BEC-9839-8DEBA0069CBB}" type="pres">
      <dgm:prSet presAssocID="{7B680D08-132E-42C2-ADB0-F29BED216721}" presName="negativeSpace" presStyleCnt="0"/>
      <dgm:spPr/>
    </dgm:pt>
    <dgm:pt modelId="{FB00B20C-44CA-4BA5-9B15-0E18D3C6ABB0}" type="pres">
      <dgm:prSet presAssocID="{7B680D08-132E-42C2-ADB0-F29BED216721}" presName="childText" presStyleLbl="conFgAcc1" presStyleIdx="2" presStyleCnt="5">
        <dgm:presLayoutVars>
          <dgm:bulletEnabled val="1"/>
        </dgm:presLayoutVars>
      </dgm:prSet>
      <dgm:spPr/>
    </dgm:pt>
    <dgm:pt modelId="{75DD6D51-4C6F-4242-AC99-B3C2CF323576}" type="pres">
      <dgm:prSet presAssocID="{42C07B18-DC09-40C9-8CD0-1547F1995A67}" presName="spaceBetweenRectangles" presStyleCnt="0"/>
      <dgm:spPr/>
    </dgm:pt>
    <dgm:pt modelId="{E62849C3-4FDE-44C7-B585-3EDEB7E13EC6}" type="pres">
      <dgm:prSet presAssocID="{D788D3DE-0363-492B-AA43-2E3F01BBB7CE}" presName="parentLin" presStyleCnt="0"/>
      <dgm:spPr/>
    </dgm:pt>
    <dgm:pt modelId="{7F460B1E-36A5-4968-BAA4-A3BB79D5C632}" type="pres">
      <dgm:prSet presAssocID="{D788D3DE-0363-492B-AA43-2E3F01BBB7CE}" presName="parentLeftMargin" presStyleLbl="node1" presStyleIdx="2" presStyleCnt="5"/>
      <dgm:spPr/>
    </dgm:pt>
    <dgm:pt modelId="{EFF6CF86-CC1A-43E4-B171-E79E89E96589}" type="pres">
      <dgm:prSet presAssocID="{D788D3DE-0363-492B-AA43-2E3F01BBB7C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239D7C4-E798-4DB8-98EE-380D0322A6FF}" type="pres">
      <dgm:prSet presAssocID="{D788D3DE-0363-492B-AA43-2E3F01BBB7CE}" presName="negativeSpace" presStyleCnt="0"/>
      <dgm:spPr/>
    </dgm:pt>
    <dgm:pt modelId="{49D9AC3E-4B14-454E-AF68-BCC822FB7EFB}" type="pres">
      <dgm:prSet presAssocID="{D788D3DE-0363-492B-AA43-2E3F01BBB7CE}" presName="childText" presStyleLbl="conFgAcc1" presStyleIdx="3" presStyleCnt="5">
        <dgm:presLayoutVars>
          <dgm:bulletEnabled val="1"/>
        </dgm:presLayoutVars>
      </dgm:prSet>
      <dgm:spPr/>
    </dgm:pt>
    <dgm:pt modelId="{45EA0910-CCDF-4F6D-A0AA-332F3422896B}" type="pres">
      <dgm:prSet presAssocID="{8A15C40C-6809-404E-94A7-6338E8FDD129}" presName="spaceBetweenRectangles" presStyleCnt="0"/>
      <dgm:spPr/>
    </dgm:pt>
    <dgm:pt modelId="{6FCE2FA9-D73B-4D69-BBC0-80CD37DC0503}" type="pres">
      <dgm:prSet presAssocID="{A3C63DB4-F694-4DCB-B46A-7AF1513EDE9D}" presName="parentLin" presStyleCnt="0"/>
      <dgm:spPr/>
    </dgm:pt>
    <dgm:pt modelId="{3C96B1F5-8577-486A-A685-B723FE282BE2}" type="pres">
      <dgm:prSet presAssocID="{A3C63DB4-F694-4DCB-B46A-7AF1513EDE9D}" presName="parentLeftMargin" presStyleLbl="node1" presStyleIdx="3" presStyleCnt="5"/>
      <dgm:spPr/>
    </dgm:pt>
    <dgm:pt modelId="{5C308C0C-F456-47FF-ADC7-F6F2B234652D}" type="pres">
      <dgm:prSet presAssocID="{A3C63DB4-F694-4DCB-B46A-7AF1513EDE9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AD2F7B1-4979-4458-992C-357533C45831}" type="pres">
      <dgm:prSet presAssocID="{A3C63DB4-F694-4DCB-B46A-7AF1513EDE9D}" presName="negativeSpace" presStyleCnt="0"/>
      <dgm:spPr/>
    </dgm:pt>
    <dgm:pt modelId="{460E8CE5-EDC6-4B7C-A6E5-F00BDFC0A13A}" type="pres">
      <dgm:prSet presAssocID="{A3C63DB4-F694-4DCB-B46A-7AF1513EDE9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1856D0C-690B-4131-9BF3-C20B0C896D15}" type="presOf" srcId="{7B680D08-132E-42C2-ADB0-F29BED216721}" destId="{1EB58570-2EF1-4A1F-972B-60ABAE05403B}" srcOrd="1" destOrd="0" presId="urn:microsoft.com/office/officeart/2005/8/layout/list1"/>
    <dgm:cxn modelId="{1AB81031-F9D4-414E-83C7-B8C97E0910FE}" type="presOf" srcId="{6DF47742-C5DB-4066-83BA-FF229013B8C6}" destId="{0BD3CF17-5E96-49C7-9795-164425F1BA70}" srcOrd="0" destOrd="0" presId="urn:microsoft.com/office/officeart/2005/8/layout/list1"/>
    <dgm:cxn modelId="{6B2F9F36-27FB-4486-8213-7B5648B65F00}" type="presOf" srcId="{7B680D08-132E-42C2-ADB0-F29BED216721}" destId="{2813E641-DCE8-49C6-A9D7-3DE4409FFAC1}" srcOrd="0" destOrd="0" presId="urn:microsoft.com/office/officeart/2005/8/layout/list1"/>
    <dgm:cxn modelId="{D2FFFB42-CE65-4EE3-BBD9-89955F0248EC}" type="presOf" srcId="{F5B5A917-A6F0-47AE-8FFA-A8458E6DEA1E}" destId="{A837A0B4-2FB7-4104-9FEF-0BFFA031F96E}" srcOrd="0" destOrd="0" presId="urn:microsoft.com/office/officeart/2005/8/layout/list1"/>
    <dgm:cxn modelId="{7F56C046-595D-4562-8E7F-74EBCFC4DCBA}" srcId="{4445B3C1-09B5-4982-986E-13E93D6E3B1F}" destId="{D788D3DE-0363-492B-AA43-2E3F01BBB7CE}" srcOrd="3" destOrd="0" parTransId="{F5DB09B9-8056-4A64-9657-72724454B905}" sibTransId="{8A15C40C-6809-404E-94A7-6338E8FDD129}"/>
    <dgm:cxn modelId="{0600976B-D5A4-4EEC-A9BD-748719EEC792}" srcId="{4445B3C1-09B5-4982-986E-13E93D6E3B1F}" destId="{F5B5A917-A6F0-47AE-8FFA-A8458E6DEA1E}" srcOrd="1" destOrd="0" parTransId="{77821DF3-AC79-4E58-9069-8F1DC80C11F2}" sibTransId="{D17AD9C2-1696-4D51-A249-78DBDA699257}"/>
    <dgm:cxn modelId="{712FB870-2CB3-41AF-AA79-90CE594C805D}" type="presOf" srcId="{4445B3C1-09B5-4982-986E-13E93D6E3B1F}" destId="{78457BB2-2C08-4D42-8955-A4FE5FAD95C6}" srcOrd="0" destOrd="0" presId="urn:microsoft.com/office/officeart/2005/8/layout/list1"/>
    <dgm:cxn modelId="{EB223051-13D0-4C34-B528-C39D64370308}" type="presOf" srcId="{A3C63DB4-F694-4DCB-B46A-7AF1513EDE9D}" destId="{3C96B1F5-8577-486A-A685-B723FE282BE2}" srcOrd="0" destOrd="0" presId="urn:microsoft.com/office/officeart/2005/8/layout/list1"/>
    <dgm:cxn modelId="{69448252-1495-4F5F-942F-BF6219F6927E}" type="presOf" srcId="{A3C63DB4-F694-4DCB-B46A-7AF1513EDE9D}" destId="{5C308C0C-F456-47FF-ADC7-F6F2B234652D}" srcOrd="1" destOrd="0" presId="urn:microsoft.com/office/officeart/2005/8/layout/list1"/>
    <dgm:cxn modelId="{8A883774-7091-48A3-9B1B-C856CFD1D2BD}" type="presOf" srcId="{D788D3DE-0363-492B-AA43-2E3F01BBB7CE}" destId="{7F460B1E-36A5-4968-BAA4-A3BB79D5C632}" srcOrd="0" destOrd="0" presId="urn:microsoft.com/office/officeart/2005/8/layout/list1"/>
    <dgm:cxn modelId="{233AA987-FB76-4871-93E5-8F6A64373914}" type="presOf" srcId="{D788D3DE-0363-492B-AA43-2E3F01BBB7CE}" destId="{EFF6CF86-CC1A-43E4-B171-E79E89E96589}" srcOrd="1" destOrd="0" presId="urn:microsoft.com/office/officeart/2005/8/layout/list1"/>
    <dgm:cxn modelId="{27EAAE88-E9D9-4067-AEB0-F341AF3E0B77}" type="presOf" srcId="{6DF47742-C5DB-4066-83BA-FF229013B8C6}" destId="{BD2A7390-30D9-4539-96E3-6E028BF04830}" srcOrd="1" destOrd="0" presId="urn:microsoft.com/office/officeart/2005/8/layout/list1"/>
    <dgm:cxn modelId="{F13920CF-497B-48A6-A089-B9F5CE3A19AF}" srcId="{4445B3C1-09B5-4982-986E-13E93D6E3B1F}" destId="{6DF47742-C5DB-4066-83BA-FF229013B8C6}" srcOrd="0" destOrd="0" parTransId="{3F5DA235-6FE2-45B9-BDB4-8195BC0A23B8}" sibTransId="{50ED3BCC-AD9E-4CE6-8BB0-C0FE3F07CC7F}"/>
    <dgm:cxn modelId="{42263CD0-2444-4F25-A297-50636817221F}" srcId="{4445B3C1-09B5-4982-986E-13E93D6E3B1F}" destId="{A3C63DB4-F694-4DCB-B46A-7AF1513EDE9D}" srcOrd="4" destOrd="0" parTransId="{93B33E4D-F277-4B7A-979A-9D4FDACCEF31}" sibTransId="{3E4A0237-FE71-4C6F-B429-AD6087B05C2C}"/>
    <dgm:cxn modelId="{F1864AE9-71DE-4279-99F6-7E3B09D2E1A3}" srcId="{4445B3C1-09B5-4982-986E-13E93D6E3B1F}" destId="{7B680D08-132E-42C2-ADB0-F29BED216721}" srcOrd="2" destOrd="0" parTransId="{0946A431-9576-4055-A0C4-00AEE484475F}" sibTransId="{42C07B18-DC09-40C9-8CD0-1547F1995A67}"/>
    <dgm:cxn modelId="{F37D76F4-9EAD-492B-BEEF-A8B85E4AFB07}" type="presOf" srcId="{F5B5A917-A6F0-47AE-8FFA-A8458E6DEA1E}" destId="{C61CC1E1-B3F4-487E-9A4A-2A3207E394A7}" srcOrd="1" destOrd="0" presId="urn:microsoft.com/office/officeart/2005/8/layout/list1"/>
    <dgm:cxn modelId="{C446048E-B34D-49D1-A680-BC18944C7AA3}" type="presParOf" srcId="{78457BB2-2C08-4D42-8955-A4FE5FAD95C6}" destId="{C32D71A5-5810-475D-9E51-EDCBAC254BBC}" srcOrd="0" destOrd="0" presId="urn:microsoft.com/office/officeart/2005/8/layout/list1"/>
    <dgm:cxn modelId="{575A6994-2791-45DF-A705-F4C839721401}" type="presParOf" srcId="{C32D71A5-5810-475D-9E51-EDCBAC254BBC}" destId="{0BD3CF17-5E96-49C7-9795-164425F1BA70}" srcOrd="0" destOrd="0" presId="urn:microsoft.com/office/officeart/2005/8/layout/list1"/>
    <dgm:cxn modelId="{62700F4E-2B6A-4764-B8C2-3DDBD2934D3D}" type="presParOf" srcId="{C32D71A5-5810-475D-9E51-EDCBAC254BBC}" destId="{BD2A7390-30D9-4539-96E3-6E028BF04830}" srcOrd="1" destOrd="0" presId="urn:microsoft.com/office/officeart/2005/8/layout/list1"/>
    <dgm:cxn modelId="{8076F032-D56C-4133-BA92-F656A62C0923}" type="presParOf" srcId="{78457BB2-2C08-4D42-8955-A4FE5FAD95C6}" destId="{A9B5CB93-6356-4726-9529-F9CFBA5EEE36}" srcOrd="1" destOrd="0" presId="urn:microsoft.com/office/officeart/2005/8/layout/list1"/>
    <dgm:cxn modelId="{3FEF138D-783B-4BC3-B0E7-4F17A9F0A79A}" type="presParOf" srcId="{78457BB2-2C08-4D42-8955-A4FE5FAD95C6}" destId="{A59AA8F5-34CF-4CD5-8FA4-C5F28C1238C2}" srcOrd="2" destOrd="0" presId="urn:microsoft.com/office/officeart/2005/8/layout/list1"/>
    <dgm:cxn modelId="{5832DAE8-3424-4E0D-AB8B-EAB203836BC6}" type="presParOf" srcId="{78457BB2-2C08-4D42-8955-A4FE5FAD95C6}" destId="{7D4C7089-64D9-4CFF-BE68-740F930C278A}" srcOrd="3" destOrd="0" presId="urn:microsoft.com/office/officeart/2005/8/layout/list1"/>
    <dgm:cxn modelId="{312F0CE8-297E-4F8B-B95A-027854929338}" type="presParOf" srcId="{78457BB2-2C08-4D42-8955-A4FE5FAD95C6}" destId="{D84DDE48-793B-4156-B8F1-1673CB02902A}" srcOrd="4" destOrd="0" presId="urn:microsoft.com/office/officeart/2005/8/layout/list1"/>
    <dgm:cxn modelId="{8C0560E3-32CF-4825-8FD4-F819A061D67D}" type="presParOf" srcId="{D84DDE48-793B-4156-B8F1-1673CB02902A}" destId="{A837A0B4-2FB7-4104-9FEF-0BFFA031F96E}" srcOrd="0" destOrd="0" presId="urn:microsoft.com/office/officeart/2005/8/layout/list1"/>
    <dgm:cxn modelId="{DB0E71D3-44F2-432D-96CE-9DB15C4D8041}" type="presParOf" srcId="{D84DDE48-793B-4156-B8F1-1673CB02902A}" destId="{C61CC1E1-B3F4-487E-9A4A-2A3207E394A7}" srcOrd="1" destOrd="0" presId="urn:microsoft.com/office/officeart/2005/8/layout/list1"/>
    <dgm:cxn modelId="{92E3023A-9060-435D-A64A-6BC8CB401F39}" type="presParOf" srcId="{78457BB2-2C08-4D42-8955-A4FE5FAD95C6}" destId="{8B9F151B-558A-4366-B8F0-5B77DCCE42B9}" srcOrd="5" destOrd="0" presId="urn:microsoft.com/office/officeart/2005/8/layout/list1"/>
    <dgm:cxn modelId="{8BC0D8D0-4C4E-4335-834D-93B3CDA48425}" type="presParOf" srcId="{78457BB2-2C08-4D42-8955-A4FE5FAD95C6}" destId="{0A3F9E28-56BF-43BE-85FB-688A2AA2B941}" srcOrd="6" destOrd="0" presId="urn:microsoft.com/office/officeart/2005/8/layout/list1"/>
    <dgm:cxn modelId="{AD285B0A-221D-4BD9-856F-694D1C7A4464}" type="presParOf" srcId="{78457BB2-2C08-4D42-8955-A4FE5FAD95C6}" destId="{B8927FAB-45A2-439F-AD87-A4A3E6F8DF09}" srcOrd="7" destOrd="0" presId="urn:microsoft.com/office/officeart/2005/8/layout/list1"/>
    <dgm:cxn modelId="{B43E5C74-FAC4-46F1-9885-AC83775DC56C}" type="presParOf" srcId="{78457BB2-2C08-4D42-8955-A4FE5FAD95C6}" destId="{9333A8D8-4A8C-4BF5-B45D-650E2CA19E3E}" srcOrd="8" destOrd="0" presId="urn:microsoft.com/office/officeart/2005/8/layout/list1"/>
    <dgm:cxn modelId="{4BA64ED1-3E47-4D13-B409-47175731716F}" type="presParOf" srcId="{9333A8D8-4A8C-4BF5-B45D-650E2CA19E3E}" destId="{2813E641-DCE8-49C6-A9D7-3DE4409FFAC1}" srcOrd="0" destOrd="0" presId="urn:microsoft.com/office/officeart/2005/8/layout/list1"/>
    <dgm:cxn modelId="{78E087BB-1A45-4679-86ED-481F9348392C}" type="presParOf" srcId="{9333A8D8-4A8C-4BF5-B45D-650E2CA19E3E}" destId="{1EB58570-2EF1-4A1F-972B-60ABAE05403B}" srcOrd="1" destOrd="0" presId="urn:microsoft.com/office/officeart/2005/8/layout/list1"/>
    <dgm:cxn modelId="{401CA9FD-0000-4F2D-A7AB-2680EF8E598F}" type="presParOf" srcId="{78457BB2-2C08-4D42-8955-A4FE5FAD95C6}" destId="{C7A2150A-E034-4BEC-9839-8DEBA0069CBB}" srcOrd="9" destOrd="0" presId="urn:microsoft.com/office/officeart/2005/8/layout/list1"/>
    <dgm:cxn modelId="{2B087CA3-3782-4A14-860D-7706D1C4D5C8}" type="presParOf" srcId="{78457BB2-2C08-4D42-8955-A4FE5FAD95C6}" destId="{FB00B20C-44CA-4BA5-9B15-0E18D3C6ABB0}" srcOrd="10" destOrd="0" presId="urn:microsoft.com/office/officeart/2005/8/layout/list1"/>
    <dgm:cxn modelId="{A68ED336-15D8-4A58-9617-5EB168F895B9}" type="presParOf" srcId="{78457BB2-2C08-4D42-8955-A4FE5FAD95C6}" destId="{75DD6D51-4C6F-4242-AC99-B3C2CF323576}" srcOrd="11" destOrd="0" presId="urn:microsoft.com/office/officeart/2005/8/layout/list1"/>
    <dgm:cxn modelId="{206CBFF3-2729-4142-9F3D-3B633223F5EA}" type="presParOf" srcId="{78457BB2-2C08-4D42-8955-A4FE5FAD95C6}" destId="{E62849C3-4FDE-44C7-B585-3EDEB7E13EC6}" srcOrd="12" destOrd="0" presId="urn:microsoft.com/office/officeart/2005/8/layout/list1"/>
    <dgm:cxn modelId="{AE1C93C1-8C93-4227-92D9-40EB45F760A0}" type="presParOf" srcId="{E62849C3-4FDE-44C7-B585-3EDEB7E13EC6}" destId="{7F460B1E-36A5-4968-BAA4-A3BB79D5C632}" srcOrd="0" destOrd="0" presId="urn:microsoft.com/office/officeart/2005/8/layout/list1"/>
    <dgm:cxn modelId="{3136A786-31C6-4E77-9739-1547DDA4CFCF}" type="presParOf" srcId="{E62849C3-4FDE-44C7-B585-3EDEB7E13EC6}" destId="{EFF6CF86-CC1A-43E4-B171-E79E89E96589}" srcOrd="1" destOrd="0" presId="urn:microsoft.com/office/officeart/2005/8/layout/list1"/>
    <dgm:cxn modelId="{19777B6D-1A89-493D-99DA-31AB62D0621D}" type="presParOf" srcId="{78457BB2-2C08-4D42-8955-A4FE5FAD95C6}" destId="{2239D7C4-E798-4DB8-98EE-380D0322A6FF}" srcOrd="13" destOrd="0" presId="urn:microsoft.com/office/officeart/2005/8/layout/list1"/>
    <dgm:cxn modelId="{11061DCE-4702-48B1-B68C-236CBB4C4C74}" type="presParOf" srcId="{78457BB2-2C08-4D42-8955-A4FE5FAD95C6}" destId="{49D9AC3E-4B14-454E-AF68-BCC822FB7EFB}" srcOrd="14" destOrd="0" presId="urn:microsoft.com/office/officeart/2005/8/layout/list1"/>
    <dgm:cxn modelId="{D583AD7F-8F66-4AA5-9F93-DF7B41650875}" type="presParOf" srcId="{78457BB2-2C08-4D42-8955-A4FE5FAD95C6}" destId="{45EA0910-CCDF-4F6D-A0AA-332F3422896B}" srcOrd="15" destOrd="0" presId="urn:microsoft.com/office/officeart/2005/8/layout/list1"/>
    <dgm:cxn modelId="{3F757D65-E2F7-49B3-ADDF-9C74EE67F33E}" type="presParOf" srcId="{78457BB2-2C08-4D42-8955-A4FE5FAD95C6}" destId="{6FCE2FA9-D73B-4D69-BBC0-80CD37DC0503}" srcOrd="16" destOrd="0" presId="urn:microsoft.com/office/officeart/2005/8/layout/list1"/>
    <dgm:cxn modelId="{69D9D409-43F9-4CCE-A190-386F4541828E}" type="presParOf" srcId="{6FCE2FA9-D73B-4D69-BBC0-80CD37DC0503}" destId="{3C96B1F5-8577-486A-A685-B723FE282BE2}" srcOrd="0" destOrd="0" presId="urn:microsoft.com/office/officeart/2005/8/layout/list1"/>
    <dgm:cxn modelId="{8C34273E-5C41-45C6-AEA6-8C1DE8D656B2}" type="presParOf" srcId="{6FCE2FA9-D73B-4D69-BBC0-80CD37DC0503}" destId="{5C308C0C-F456-47FF-ADC7-F6F2B234652D}" srcOrd="1" destOrd="0" presId="urn:microsoft.com/office/officeart/2005/8/layout/list1"/>
    <dgm:cxn modelId="{073E6F3B-7A0F-4854-8FBB-308FACE6837D}" type="presParOf" srcId="{78457BB2-2C08-4D42-8955-A4FE5FAD95C6}" destId="{CAD2F7B1-4979-4458-992C-357533C45831}" srcOrd="17" destOrd="0" presId="urn:microsoft.com/office/officeart/2005/8/layout/list1"/>
    <dgm:cxn modelId="{9498DB27-CF8E-49DD-9C6E-45A7508B45BA}" type="presParOf" srcId="{78457BB2-2C08-4D42-8955-A4FE5FAD95C6}" destId="{460E8CE5-EDC6-4B7C-A6E5-F00BDFC0A13A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445B3C1-09B5-4982-986E-13E93D6E3B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F47742-C5DB-4066-83BA-FF229013B8C6}">
      <dgm:prSet/>
      <dgm:spPr/>
      <dgm:t>
        <a:bodyPr/>
        <a:lstStyle/>
        <a:p>
          <a:r>
            <a:rPr lang="pt-BR" dirty="0"/>
            <a:t>Microempreendedores</a:t>
          </a:r>
          <a:endParaRPr lang="en-US" dirty="0"/>
        </a:p>
      </dgm:t>
    </dgm:pt>
    <dgm:pt modelId="{3F5DA235-6FE2-45B9-BDB4-8195BC0A23B8}" type="parTrans" cxnId="{F13920CF-497B-48A6-A089-B9F5CE3A19AF}">
      <dgm:prSet/>
      <dgm:spPr/>
      <dgm:t>
        <a:bodyPr/>
        <a:lstStyle/>
        <a:p>
          <a:endParaRPr lang="en-US"/>
        </a:p>
      </dgm:t>
    </dgm:pt>
    <dgm:pt modelId="{50ED3BCC-AD9E-4CE6-8BB0-C0FE3F07CC7F}" type="sibTrans" cxnId="{F13920CF-497B-48A6-A089-B9F5CE3A19AF}">
      <dgm:prSet/>
      <dgm:spPr/>
      <dgm:t>
        <a:bodyPr/>
        <a:lstStyle/>
        <a:p>
          <a:endParaRPr lang="en-US"/>
        </a:p>
      </dgm:t>
    </dgm:pt>
    <dgm:pt modelId="{6CB831C7-ADE1-48FC-9F0F-AA29B9B39FF8}">
      <dgm:prSet/>
      <dgm:spPr/>
      <dgm:t>
        <a:bodyPr/>
        <a:lstStyle/>
        <a:p>
          <a:r>
            <a:rPr lang="pt-BR"/>
            <a:t>Trabalhadores autônomos</a:t>
          </a:r>
          <a:endParaRPr lang="pt-BR" dirty="0"/>
        </a:p>
      </dgm:t>
    </dgm:pt>
    <dgm:pt modelId="{F94D9E4C-9F0E-4B91-AA21-30238C61F5BF}" type="parTrans" cxnId="{E09CFE8F-261A-482C-AD6E-BD1D901E9AF5}">
      <dgm:prSet/>
      <dgm:spPr/>
      <dgm:t>
        <a:bodyPr/>
        <a:lstStyle/>
        <a:p>
          <a:endParaRPr lang="pt-BR"/>
        </a:p>
      </dgm:t>
    </dgm:pt>
    <dgm:pt modelId="{FE9D7A37-67BC-404A-BAAA-AB7480F25F46}" type="sibTrans" cxnId="{E09CFE8F-261A-482C-AD6E-BD1D901E9AF5}">
      <dgm:prSet/>
      <dgm:spPr/>
      <dgm:t>
        <a:bodyPr/>
        <a:lstStyle/>
        <a:p>
          <a:endParaRPr lang="pt-BR"/>
        </a:p>
      </dgm:t>
    </dgm:pt>
    <dgm:pt modelId="{60E7785A-3864-4F17-BC1E-B8DDECBDA8D4}">
      <dgm:prSet/>
      <dgm:spPr/>
      <dgm:t>
        <a:bodyPr/>
        <a:lstStyle/>
        <a:p>
          <a:r>
            <a:rPr lang="pt-BR"/>
            <a:t>Pequenos prestadores de serviço</a:t>
          </a:r>
          <a:endParaRPr lang="pt-BR" dirty="0"/>
        </a:p>
      </dgm:t>
    </dgm:pt>
    <dgm:pt modelId="{F932D40C-912D-41ED-BD6E-49A0A4086970}" type="parTrans" cxnId="{3E725DDE-7BE4-43AB-940F-3896CC74A932}">
      <dgm:prSet/>
      <dgm:spPr/>
      <dgm:t>
        <a:bodyPr/>
        <a:lstStyle/>
        <a:p>
          <a:endParaRPr lang="pt-BR"/>
        </a:p>
      </dgm:t>
    </dgm:pt>
    <dgm:pt modelId="{93456833-4451-4BA7-8F2B-F6D5A60BE01A}" type="sibTrans" cxnId="{3E725DDE-7BE4-43AB-940F-3896CC74A932}">
      <dgm:prSet/>
      <dgm:spPr/>
      <dgm:t>
        <a:bodyPr/>
        <a:lstStyle/>
        <a:p>
          <a:endParaRPr lang="pt-BR"/>
        </a:p>
      </dgm:t>
    </dgm:pt>
    <dgm:pt modelId="{B20504F0-6D23-40C2-8F9D-905C1C3CFA00}">
      <dgm:prSet/>
      <dgm:spPr/>
      <dgm:t>
        <a:bodyPr/>
        <a:lstStyle/>
        <a:p>
          <a:r>
            <a:rPr lang="pt-BR"/>
            <a:t>Empreendedores iniciantes.</a:t>
          </a:r>
          <a:endParaRPr lang="pt-BR" dirty="0"/>
        </a:p>
      </dgm:t>
    </dgm:pt>
    <dgm:pt modelId="{184A6990-B2ED-4BDD-8F10-2D03B0661AF9}" type="parTrans" cxnId="{1E84E960-1D7C-4B1B-97F9-14B09A31A5B8}">
      <dgm:prSet/>
      <dgm:spPr/>
      <dgm:t>
        <a:bodyPr/>
        <a:lstStyle/>
        <a:p>
          <a:endParaRPr lang="pt-BR"/>
        </a:p>
      </dgm:t>
    </dgm:pt>
    <dgm:pt modelId="{23E094AB-3720-4AD6-8F7B-349BB3A3880B}" type="sibTrans" cxnId="{1E84E960-1D7C-4B1B-97F9-14B09A31A5B8}">
      <dgm:prSet/>
      <dgm:spPr/>
      <dgm:t>
        <a:bodyPr/>
        <a:lstStyle/>
        <a:p>
          <a:endParaRPr lang="pt-BR"/>
        </a:p>
      </dgm:t>
    </dgm:pt>
    <dgm:pt modelId="{78457BB2-2C08-4D42-8955-A4FE5FAD95C6}" type="pres">
      <dgm:prSet presAssocID="{4445B3C1-09B5-4982-986E-13E93D6E3B1F}" presName="linear" presStyleCnt="0">
        <dgm:presLayoutVars>
          <dgm:dir/>
          <dgm:animLvl val="lvl"/>
          <dgm:resizeHandles val="exact"/>
        </dgm:presLayoutVars>
      </dgm:prSet>
      <dgm:spPr/>
    </dgm:pt>
    <dgm:pt modelId="{C32D71A5-5810-475D-9E51-EDCBAC254BBC}" type="pres">
      <dgm:prSet presAssocID="{6DF47742-C5DB-4066-83BA-FF229013B8C6}" presName="parentLin" presStyleCnt="0"/>
      <dgm:spPr/>
    </dgm:pt>
    <dgm:pt modelId="{0BD3CF17-5E96-49C7-9795-164425F1BA70}" type="pres">
      <dgm:prSet presAssocID="{6DF47742-C5DB-4066-83BA-FF229013B8C6}" presName="parentLeftMargin" presStyleLbl="node1" presStyleIdx="0" presStyleCnt="4"/>
      <dgm:spPr/>
    </dgm:pt>
    <dgm:pt modelId="{BD2A7390-30D9-4539-96E3-6E028BF04830}" type="pres">
      <dgm:prSet presAssocID="{6DF47742-C5DB-4066-83BA-FF229013B8C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B5CB93-6356-4726-9529-F9CFBA5EEE36}" type="pres">
      <dgm:prSet presAssocID="{6DF47742-C5DB-4066-83BA-FF229013B8C6}" presName="negativeSpace" presStyleCnt="0"/>
      <dgm:spPr/>
    </dgm:pt>
    <dgm:pt modelId="{A59AA8F5-34CF-4CD5-8FA4-C5F28C1238C2}" type="pres">
      <dgm:prSet presAssocID="{6DF47742-C5DB-4066-83BA-FF229013B8C6}" presName="childText" presStyleLbl="conFgAcc1" presStyleIdx="0" presStyleCnt="4">
        <dgm:presLayoutVars>
          <dgm:bulletEnabled val="1"/>
        </dgm:presLayoutVars>
      </dgm:prSet>
      <dgm:spPr/>
    </dgm:pt>
    <dgm:pt modelId="{7D4C7089-64D9-4CFF-BE68-740F930C278A}" type="pres">
      <dgm:prSet presAssocID="{50ED3BCC-AD9E-4CE6-8BB0-C0FE3F07CC7F}" presName="spaceBetweenRectangles" presStyleCnt="0"/>
      <dgm:spPr/>
    </dgm:pt>
    <dgm:pt modelId="{DDDA3034-98D7-4A4F-AF91-2FC4A75C84E8}" type="pres">
      <dgm:prSet presAssocID="{6CB831C7-ADE1-48FC-9F0F-AA29B9B39FF8}" presName="parentLin" presStyleCnt="0"/>
      <dgm:spPr/>
    </dgm:pt>
    <dgm:pt modelId="{FCDC4E47-07D0-4AF1-810B-B57744CE1C0E}" type="pres">
      <dgm:prSet presAssocID="{6CB831C7-ADE1-48FC-9F0F-AA29B9B39FF8}" presName="parentLeftMargin" presStyleLbl="node1" presStyleIdx="0" presStyleCnt="4"/>
      <dgm:spPr/>
    </dgm:pt>
    <dgm:pt modelId="{CA53B74E-9489-4BE0-8880-B802EA255D3A}" type="pres">
      <dgm:prSet presAssocID="{6CB831C7-ADE1-48FC-9F0F-AA29B9B39FF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456BFE7-83E3-4E6D-AB9D-75178DCF5DF2}" type="pres">
      <dgm:prSet presAssocID="{6CB831C7-ADE1-48FC-9F0F-AA29B9B39FF8}" presName="negativeSpace" presStyleCnt="0"/>
      <dgm:spPr/>
    </dgm:pt>
    <dgm:pt modelId="{69E74ACD-752B-403B-AD5D-A9C67E23605D}" type="pres">
      <dgm:prSet presAssocID="{6CB831C7-ADE1-48FC-9F0F-AA29B9B39FF8}" presName="childText" presStyleLbl="conFgAcc1" presStyleIdx="1" presStyleCnt="4">
        <dgm:presLayoutVars>
          <dgm:bulletEnabled val="1"/>
        </dgm:presLayoutVars>
      </dgm:prSet>
      <dgm:spPr/>
    </dgm:pt>
    <dgm:pt modelId="{7EF875AB-A6E8-4BF6-9F13-8F5F99DE3340}" type="pres">
      <dgm:prSet presAssocID="{FE9D7A37-67BC-404A-BAAA-AB7480F25F46}" presName="spaceBetweenRectangles" presStyleCnt="0"/>
      <dgm:spPr/>
    </dgm:pt>
    <dgm:pt modelId="{A187F371-C94B-479F-A967-040C4230227E}" type="pres">
      <dgm:prSet presAssocID="{60E7785A-3864-4F17-BC1E-B8DDECBDA8D4}" presName="parentLin" presStyleCnt="0"/>
      <dgm:spPr/>
    </dgm:pt>
    <dgm:pt modelId="{19E5F33C-163B-4091-B8D7-53B0B4D122D0}" type="pres">
      <dgm:prSet presAssocID="{60E7785A-3864-4F17-BC1E-B8DDECBDA8D4}" presName="parentLeftMargin" presStyleLbl="node1" presStyleIdx="1" presStyleCnt="4"/>
      <dgm:spPr/>
    </dgm:pt>
    <dgm:pt modelId="{E6481FDC-A043-404B-AAFD-79A60E3605D9}" type="pres">
      <dgm:prSet presAssocID="{60E7785A-3864-4F17-BC1E-B8DDECBDA8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2D5BCF-B4A8-4575-A420-FB61792DCE50}" type="pres">
      <dgm:prSet presAssocID="{60E7785A-3864-4F17-BC1E-B8DDECBDA8D4}" presName="negativeSpace" presStyleCnt="0"/>
      <dgm:spPr/>
    </dgm:pt>
    <dgm:pt modelId="{2E0712F5-C497-448E-8166-9EA43B3D8ED3}" type="pres">
      <dgm:prSet presAssocID="{60E7785A-3864-4F17-BC1E-B8DDECBDA8D4}" presName="childText" presStyleLbl="conFgAcc1" presStyleIdx="2" presStyleCnt="4">
        <dgm:presLayoutVars>
          <dgm:bulletEnabled val="1"/>
        </dgm:presLayoutVars>
      </dgm:prSet>
      <dgm:spPr/>
    </dgm:pt>
    <dgm:pt modelId="{D67298FB-C90B-4968-9BC4-81D45CBB6FD7}" type="pres">
      <dgm:prSet presAssocID="{93456833-4451-4BA7-8F2B-F6D5A60BE01A}" presName="spaceBetweenRectangles" presStyleCnt="0"/>
      <dgm:spPr/>
    </dgm:pt>
    <dgm:pt modelId="{FECD4FB5-BE73-4D89-B647-DEC26D8A7976}" type="pres">
      <dgm:prSet presAssocID="{B20504F0-6D23-40C2-8F9D-905C1C3CFA00}" presName="parentLin" presStyleCnt="0"/>
      <dgm:spPr/>
    </dgm:pt>
    <dgm:pt modelId="{D80B01B6-D076-44E8-8318-D0666FDD4890}" type="pres">
      <dgm:prSet presAssocID="{B20504F0-6D23-40C2-8F9D-905C1C3CFA00}" presName="parentLeftMargin" presStyleLbl="node1" presStyleIdx="2" presStyleCnt="4"/>
      <dgm:spPr/>
    </dgm:pt>
    <dgm:pt modelId="{666E4850-C588-464D-B127-692387A5E55C}" type="pres">
      <dgm:prSet presAssocID="{B20504F0-6D23-40C2-8F9D-905C1C3CFA0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A22C6EC-294D-41BE-8396-478F8AABE0B7}" type="pres">
      <dgm:prSet presAssocID="{B20504F0-6D23-40C2-8F9D-905C1C3CFA00}" presName="negativeSpace" presStyleCnt="0"/>
      <dgm:spPr/>
    </dgm:pt>
    <dgm:pt modelId="{F8135F47-8653-41DA-85C7-CD62163E3AE5}" type="pres">
      <dgm:prSet presAssocID="{B20504F0-6D23-40C2-8F9D-905C1C3CFA0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E2F6F10-C7DC-45DE-95FF-9ACF2B6AB757}" type="presOf" srcId="{6CB831C7-ADE1-48FC-9F0F-AA29B9B39FF8}" destId="{CA53B74E-9489-4BE0-8880-B802EA255D3A}" srcOrd="1" destOrd="0" presId="urn:microsoft.com/office/officeart/2005/8/layout/list1"/>
    <dgm:cxn modelId="{6F146D1E-C071-47D7-92F1-822855BD7EA2}" type="presOf" srcId="{60E7785A-3864-4F17-BC1E-B8DDECBDA8D4}" destId="{E6481FDC-A043-404B-AAFD-79A60E3605D9}" srcOrd="1" destOrd="0" presId="urn:microsoft.com/office/officeart/2005/8/layout/list1"/>
    <dgm:cxn modelId="{1AB81031-F9D4-414E-83C7-B8C97E0910FE}" type="presOf" srcId="{6DF47742-C5DB-4066-83BA-FF229013B8C6}" destId="{0BD3CF17-5E96-49C7-9795-164425F1BA70}" srcOrd="0" destOrd="0" presId="urn:microsoft.com/office/officeart/2005/8/layout/list1"/>
    <dgm:cxn modelId="{1E84E960-1D7C-4B1B-97F9-14B09A31A5B8}" srcId="{4445B3C1-09B5-4982-986E-13E93D6E3B1F}" destId="{B20504F0-6D23-40C2-8F9D-905C1C3CFA00}" srcOrd="3" destOrd="0" parTransId="{184A6990-B2ED-4BDD-8F10-2D03B0661AF9}" sibTransId="{23E094AB-3720-4AD6-8F7B-349BB3A3880B}"/>
    <dgm:cxn modelId="{712FB870-2CB3-41AF-AA79-90CE594C805D}" type="presOf" srcId="{4445B3C1-09B5-4982-986E-13E93D6E3B1F}" destId="{78457BB2-2C08-4D42-8955-A4FE5FAD95C6}" srcOrd="0" destOrd="0" presId="urn:microsoft.com/office/officeart/2005/8/layout/list1"/>
    <dgm:cxn modelId="{27EAAE88-E9D9-4067-AEB0-F341AF3E0B77}" type="presOf" srcId="{6DF47742-C5DB-4066-83BA-FF229013B8C6}" destId="{BD2A7390-30D9-4539-96E3-6E028BF04830}" srcOrd="1" destOrd="0" presId="urn:microsoft.com/office/officeart/2005/8/layout/list1"/>
    <dgm:cxn modelId="{E09CFE8F-261A-482C-AD6E-BD1D901E9AF5}" srcId="{4445B3C1-09B5-4982-986E-13E93D6E3B1F}" destId="{6CB831C7-ADE1-48FC-9F0F-AA29B9B39FF8}" srcOrd="1" destOrd="0" parTransId="{F94D9E4C-9F0E-4B91-AA21-30238C61F5BF}" sibTransId="{FE9D7A37-67BC-404A-BAAA-AB7480F25F46}"/>
    <dgm:cxn modelId="{BDBACA98-EE32-474E-BA5C-DAE213ECD068}" type="presOf" srcId="{B20504F0-6D23-40C2-8F9D-905C1C3CFA00}" destId="{D80B01B6-D076-44E8-8318-D0666FDD4890}" srcOrd="0" destOrd="0" presId="urn:microsoft.com/office/officeart/2005/8/layout/list1"/>
    <dgm:cxn modelId="{07D62AB2-A9D1-4F1E-B22F-379A6703E42D}" type="presOf" srcId="{6CB831C7-ADE1-48FC-9F0F-AA29B9B39FF8}" destId="{FCDC4E47-07D0-4AF1-810B-B57744CE1C0E}" srcOrd="0" destOrd="0" presId="urn:microsoft.com/office/officeart/2005/8/layout/list1"/>
    <dgm:cxn modelId="{901615B8-A810-46D9-877F-09E8D03FFB0E}" type="presOf" srcId="{60E7785A-3864-4F17-BC1E-B8DDECBDA8D4}" destId="{19E5F33C-163B-4091-B8D7-53B0B4D122D0}" srcOrd="0" destOrd="0" presId="urn:microsoft.com/office/officeart/2005/8/layout/list1"/>
    <dgm:cxn modelId="{C3DE57CC-FCFF-4236-B4A2-D1B8436CD5E8}" type="presOf" srcId="{B20504F0-6D23-40C2-8F9D-905C1C3CFA00}" destId="{666E4850-C588-464D-B127-692387A5E55C}" srcOrd="1" destOrd="0" presId="urn:microsoft.com/office/officeart/2005/8/layout/list1"/>
    <dgm:cxn modelId="{F13920CF-497B-48A6-A089-B9F5CE3A19AF}" srcId="{4445B3C1-09B5-4982-986E-13E93D6E3B1F}" destId="{6DF47742-C5DB-4066-83BA-FF229013B8C6}" srcOrd="0" destOrd="0" parTransId="{3F5DA235-6FE2-45B9-BDB4-8195BC0A23B8}" sibTransId="{50ED3BCC-AD9E-4CE6-8BB0-C0FE3F07CC7F}"/>
    <dgm:cxn modelId="{3E725DDE-7BE4-43AB-940F-3896CC74A932}" srcId="{4445B3C1-09B5-4982-986E-13E93D6E3B1F}" destId="{60E7785A-3864-4F17-BC1E-B8DDECBDA8D4}" srcOrd="2" destOrd="0" parTransId="{F932D40C-912D-41ED-BD6E-49A0A4086970}" sibTransId="{93456833-4451-4BA7-8F2B-F6D5A60BE01A}"/>
    <dgm:cxn modelId="{C446048E-B34D-49D1-A680-BC18944C7AA3}" type="presParOf" srcId="{78457BB2-2C08-4D42-8955-A4FE5FAD95C6}" destId="{C32D71A5-5810-475D-9E51-EDCBAC254BBC}" srcOrd="0" destOrd="0" presId="urn:microsoft.com/office/officeart/2005/8/layout/list1"/>
    <dgm:cxn modelId="{575A6994-2791-45DF-A705-F4C839721401}" type="presParOf" srcId="{C32D71A5-5810-475D-9E51-EDCBAC254BBC}" destId="{0BD3CF17-5E96-49C7-9795-164425F1BA70}" srcOrd="0" destOrd="0" presId="urn:microsoft.com/office/officeart/2005/8/layout/list1"/>
    <dgm:cxn modelId="{62700F4E-2B6A-4764-B8C2-3DDBD2934D3D}" type="presParOf" srcId="{C32D71A5-5810-475D-9E51-EDCBAC254BBC}" destId="{BD2A7390-30D9-4539-96E3-6E028BF04830}" srcOrd="1" destOrd="0" presId="urn:microsoft.com/office/officeart/2005/8/layout/list1"/>
    <dgm:cxn modelId="{8076F032-D56C-4133-BA92-F656A62C0923}" type="presParOf" srcId="{78457BB2-2C08-4D42-8955-A4FE5FAD95C6}" destId="{A9B5CB93-6356-4726-9529-F9CFBA5EEE36}" srcOrd="1" destOrd="0" presId="urn:microsoft.com/office/officeart/2005/8/layout/list1"/>
    <dgm:cxn modelId="{3FEF138D-783B-4BC3-B0E7-4F17A9F0A79A}" type="presParOf" srcId="{78457BB2-2C08-4D42-8955-A4FE5FAD95C6}" destId="{A59AA8F5-34CF-4CD5-8FA4-C5F28C1238C2}" srcOrd="2" destOrd="0" presId="urn:microsoft.com/office/officeart/2005/8/layout/list1"/>
    <dgm:cxn modelId="{5832DAE8-3424-4E0D-AB8B-EAB203836BC6}" type="presParOf" srcId="{78457BB2-2C08-4D42-8955-A4FE5FAD95C6}" destId="{7D4C7089-64D9-4CFF-BE68-740F930C278A}" srcOrd="3" destOrd="0" presId="urn:microsoft.com/office/officeart/2005/8/layout/list1"/>
    <dgm:cxn modelId="{1F61F8B5-79EB-4359-9564-BDC1C9A0DDE2}" type="presParOf" srcId="{78457BB2-2C08-4D42-8955-A4FE5FAD95C6}" destId="{DDDA3034-98D7-4A4F-AF91-2FC4A75C84E8}" srcOrd="4" destOrd="0" presId="urn:microsoft.com/office/officeart/2005/8/layout/list1"/>
    <dgm:cxn modelId="{4F9EA9CB-3FBC-48FB-9661-1D3594020035}" type="presParOf" srcId="{DDDA3034-98D7-4A4F-AF91-2FC4A75C84E8}" destId="{FCDC4E47-07D0-4AF1-810B-B57744CE1C0E}" srcOrd="0" destOrd="0" presId="urn:microsoft.com/office/officeart/2005/8/layout/list1"/>
    <dgm:cxn modelId="{8E540981-6396-475E-95CA-E916F771ED54}" type="presParOf" srcId="{DDDA3034-98D7-4A4F-AF91-2FC4A75C84E8}" destId="{CA53B74E-9489-4BE0-8880-B802EA255D3A}" srcOrd="1" destOrd="0" presId="urn:microsoft.com/office/officeart/2005/8/layout/list1"/>
    <dgm:cxn modelId="{7A080BB2-6F70-4121-A405-5EB5A9C683D5}" type="presParOf" srcId="{78457BB2-2C08-4D42-8955-A4FE5FAD95C6}" destId="{B456BFE7-83E3-4E6D-AB9D-75178DCF5DF2}" srcOrd="5" destOrd="0" presId="urn:microsoft.com/office/officeart/2005/8/layout/list1"/>
    <dgm:cxn modelId="{520463D6-9CB2-4091-AE43-33AFDB0D188C}" type="presParOf" srcId="{78457BB2-2C08-4D42-8955-A4FE5FAD95C6}" destId="{69E74ACD-752B-403B-AD5D-A9C67E23605D}" srcOrd="6" destOrd="0" presId="urn:microsoft.com/office/officeart/2005/8/layout/list1"/>
    <dgm:cxn modelId="{C6CD1897-6352-4026-A2C4-B13EFFC024FA}" type="presParOf" srcId="{78457BB2-2C08-4D42-8955-A4FE5FAD95C6}" destId="{7EF875AB-A6E8-4BF6-9F13-8F5F99DE3340}" srcOrd="7" destOrd="0" presId="urn:microsoft.com/office/officeart/2005/8/layout/list1"/>
    <dgm:cxn modelId="{CE1D3571-1D43-4D8A-B1C9-CF6E08A4D6D6}" type="presParOf" srcId="{78457BB2-2C08-4D42-8955-A4FE5FAD95C6}" destId="{A187F371-C94B-479F-A967-040C4230227E}" srcOrd="8" destOrd="0" presId="urn:microsoft.com/office/officeart/2005/8/layout/list1"/>
    <dgm:cxn modelId="{5E925DBE-B97B-46DB-82A4-D57BF8140ECC}" type="presParOf" srcId="{A187F371-C94B-479F-A967-040C4230227E}" destId="{19E5F33C-163B-4091-B8D7-53B0B4D122D0}" srcOrd="0" destOrd="0" presId="urn:microsoft.com/office/officeart/2005/8/layout/list1"/>
    <dgm:cxn modelId="{833C68E7-6AC1-4527-AAD8-302C02684163}" type="presParOf" srcId="{A187F371-C94B-479F-A967-040C4230227E}" destId="{E6481FDC-A043-404B-AAFD-79A60E3605D9}" srcOrd="1" destOrd="0" presId="urn:microsoft.com/office/officeart/2005/8/layout/list1"/>
    <dgm:cxn modelId="{DA8AC16B-B783-4489-A7D7-329C8E6BB6EC}" type="presParOf" srcId="{78457BB2-2C08-4D42-8955-A4FE5FAD95C6}" destId="{042D5BCF-B4A8-4575-A420-FB61792DCE50}" srcOrd="9" destOrd="0" presId="urn:microsoft.com/office/officeart/2005/8/layout/list1"/>
    <dgm:cxn modelId="{14511AEA-074E-40C1-896D-EF1C3BF7E468}" type="presParOf" srcId="{78457BB2-2C08-4D42-8955-A4FE5FAD95C6}" destId="{2E0712F5-C497-448E-8166-9EA43B3D8ED3}" srcOrd="10" destOrd="0" presId="urn:microsoft.com/office/officeart/2005/8/layout/list1"/>
    <dgm:cxn modelId="{E40B3113-9B31-427C-89A7-7C5C00F2F568}" type="presParOf" srcId="{78457BB2-2C08-4D42-8955-A4FE5FAD95C6}" destId="{D67298FB-C90B-4968-9BC4-81D45CBB6FD7}" srcOrd="11" destOrd="0" presId="urn:microsoft.com/office/officeart/2005/8/layout/list1"/>
    <dgm:cxn modelId="{7FD0AE87-97C2-418A-AA02-E61AE6745CF1}" type="presParOf" srcId="{78457BB2-2C08-4D42-8955-A4FE5FAD95C6}" destId="{FECD4FB5-BE73-4D89-B647-DEC26D8A7976}" srcOrd="12" destOrd="0" presId="urn:microsoft.com/office/officeart/2005/8/layout/list1"/>
    <dgm:cxn modelId="{E4B6162A-D924-4DBA-8F95-A051903DD19D}" type="presParOf" srcId="{FECD4FB5-BE73-4D89-B647-DEC26D8A7976}" destId="{D80B01B6-D076-44E8-8318-D0666FDD4890}" srcOrd="0" destOrd="0" presId="urn:microsoft.com/office/officeart/2005/8/layout/list1"/>
    <dgm:cxn modelId="{9A314EE7-55D3-45C7-AA0A-9DB1B175DD0B}" type="presParOf" srcId="{FECD4FB5-BE73-4D89-B647-DEC26D8A7976}" destId="{666E4850-C588-464D-B127-692387A5E55C}" srcOrd="1" destOrd="0" presId="urn:microsoft.com/office/officeart/2005/8/layout/list1"/>
    <dgm:cxn modelId="{EF36B864-7036-4104-9F4C-10D0EB9DC821}" type="presParOf" srcId="{78457BB2-2C08-4D42-8955-A4FE5FAD95C6}" destId="{4A22C6EC-294D-41BE-8396-478F8AABE0B7}" srcOrd="13" destOrd="0" presId="urn:microsoft.com/office/officeart/2005/8/layout/list1"/>
    <dgm:cxn modelId="{6FF88E7E-65E5-400C-880B-5F71D5F71D5B}" type="presParOf" srcId="{78457BB2-2C08-4D42-8955-A4FE5FAD95C6}" destId="{F8135F47-8653-41DA-85C7-CD62163E3AE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F182BAA-B61C-4252-8574-F7F2532E506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66A031-FDD0-4C22-9F56-5D627A43B57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Troca de experiências</a:t>
          </a:r>
          <a:endParaRPr lang="en-US"/>
        </a:p>
      </dgm:t>
    </dgm:pt>
    <dgm:pt modelId="{D7ED74FB-F584-4562-A5BA-52D758782DA6}" type="parTrans" cxnId="{6A11B226-FD5C-42FD-9773-AAAB3D19B872}">
      <dgm:prSet/>
      <dgm:spPr/>
      <dgm:t>
        <a:bodyPr/>
        <a:lstStyle/>
        <a:p>
          <a:endParaRPr lang="en-US"/>
        </a:p>
      </dgm:t>
    </dgm:pt>
    <dgm:pt modelId="{B466DA0F-378D-488A-8D11-910003A2DB20}" type="sibTrans" cxnId="{6A11B226-FD5C-42FD-9773-AAAB3D19B872}">
      <dgm:prSet/>
      <dgm:spPr/>
      <dgm:t>
        <a:bodyPr/>
        <a:lstStyle/>
        <a:p>
          <a:endParaRPr lang="en-US"/>
        </a:p>
      </dgm:t>
    </dgm:pt>
    <dgm:pt modelId="{10EF650A-F305-48C7-87B8-3795B0087D8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Apoio emocional</a:t>
          </a:r>
          <a:endParaRPr lang="en-US"/>
        </a:p>
      </dgm:t>
    </dgm:pt>
    <dgm:pt modelId="{66C009FD-7AB2-40B1-86AB-FE5C16F995B5}" type="parTrans" cxnId="{B337442E-F304-4254-BCCC-5A03E1FFF3A2}">
      <dgm:prSet/>
      <dgm:spPr/>
      <dgm:t>
        <a:bodyPr/>
        <a:lstStyle/>
        <a:p>
          <a:endParaRPr lang="en-US"/>
        </a:p>
      </dgm:t>
    </dgm:pt>
    <dgm:pt modelId="{23F1B032-D331-43B3-8873-F7BC14B060E9}" type="sibTrans" cxnId="{B337442E-F304-4254-BCCC-5A03E1FFF3A2}">
      <dgm:prSet/>
      <dgm:spPr/>
      <dgm:t>
        <a:bodyPr/>
        <a:lstStyle/>
        <a:p>
          <a:endParaRPr lang="en-US"/>
        </a:p>
      </dgm:t>
    </dgm:pt>
    <dgm:pt modelId="{7DF41FDD-B851-41B9-9D14-E62D468E11A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Parcerias</a:t>
          </a:r>
          <a:endParaRPr lang="en-US"/>
        </a:p>
      </dgm:t>
    </dgm:pt>
    <dgm:pt modelId="{0DA15402-25D4-4247-9098-74C6EC495449}" type="parTrans" cxnId="{3E6750FE-2E71-41C3-B70F-CB12DEA4FA66}">
      <dgm:prSet/>
      <dgm:spPr/>
      <dgm:t>
        <a:bodyPr/>
        <a:lstStyle/>
        <a:p>
          <a:endParaRPr lang="en-US"/>
        </a:p>
      </dgm:t>
    </dgm:pt>
    <dgm:pt modelId="{B7FDB8DC-5AE8-4016-89B6-087EBB70E7C4}" type="sibTrans" cxnId="{3E6750FE-2E71-41C3-B70F-CB12DEA4FA66}">
      <dgm:prSet/>
      <dgm:spPr/>
      <dgm:t>
        <a:bodyPr/>
        <a:lstStyle/>
        <a:p>
          <a:endParaRPr lang="en-US"/>
        </a:p>
      </dgm:t>
    </dgm:pt>
    <dgm:pt modelId="{A06DA4F9-E31A-44A2-91EE-8A19FF52FB9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Capacitação</a:t>
          </a:r>
          <a:endParaRPr lang="en-US"/>
        </a:p>
      </dgm:t>
    </dgm:pt>
    <dgm:pt modelId="{7AFC6CF5-5EDE-4995-BE8A-99299188B0C3}" type="parTrans" cxnId="{040C68D8-F05D-4FED-B430-9ECC10121C55}">
      <dgm:prSet/>
      <dgm:spPr/>
      <dgm:t>
        <a:bodyPr/>
        <a:lstStyle/>
        <a:p>
          <a:endParaRPr lang="en-US"/>
        </a:p>
      </dgm:t>
    </dgm:pt>
    <dgm:pt modelId="{97F666C3-A8F6-49A3-A09E-53E7096AA099}" type="sibTrans" cxnId="{040C68D8-F05D-4FED-B430-9ECC10121C55}">
      <dgm:prSet/>
      <dgm:spPr/>
      <dgm:t>
        <a:bodyPr/>
        <a:lstStyle/>
        <a:p>
          <a:endParaRPr lang="en-US"/>
        </a:p>
      </dgm:t>
    </dgm:pt>
    <dgm:pt modelId="{E62718F4-850B-4076-B742-A8D70A067B2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Encaminhamento de clientes</a:t>
          </a:r>
          <a:endParaRPr lang="en-US"/>
        </a:p>
      </dgm:t>
    </dgm:pt>
    <dgm:pt modelId="{FF7C3E69-00ED-4644-A246-5E4FD4C2D546}" type="parTrans" cxnId="{253D5227-D378-4A32-8244-543796C36A5A}">
      <dgm:prSet/>
      <dgm:spPr/>
      <dgm:t>
        <a:bodyPr/>
        <a:lstStyle/>
        <a:p>
          <a:endParaRPr lang="en-US"/>
        </a:p>
      </dgm:t>
    </dgm:pt>
    <dgm:pt modelId="{B1ED1D74-F3F8-448F-836F-A15D2DE0130A}" type="sibTrans" cxnId="{253D5227-D378-4A32-8244-543796C36A5A}">
      <dgm:prSet/>
      <dgm:spPr/>
      <dgm:t>
        <a:bodyPr/>
        <a:lstStyle/>
        <a:p>
          <a:endParaRPr lang="en-US"/>
        </a:p>
      </dgm:t>
    </dgm:pt>
    <dgm:pt modelId="{A079AC1F-0C6C-4184-8291-1059575D4CB6}" type="pres">
      <dgm:prSet presAssocID="{4F182BAA-B61C-4252-8574-F7F2532E506B}" presName="root" presStyleCnt="0">
        <dgm:presLayoutVars>
          <dgm:dir/>
          <dgm:resizeHandles val="exact"/>
        </dgm:presLayoutVars>
      </dgm:prSet>
      <dgm:spPr/>
    </dgm:pt>
    <dgm:pt modelId="{4EB352FD-C320-49E2-8F54-86DFCD41D1A8}" type="pres">
      <dgm:prSet presAssocID="{8766A031-FDD0-4C22-9F56-5D627A43B570}" presName="compNode" presStyleCnt="0"/>
      <dgm:spPr/>
    </dgm:pt>
    <dgm:pt modelId="{5CE83699-C4DA-49EE-9115-1B0D51A67824}" type="pres">
      <dgm:prSet presAssocID="{8766A031-FDD0-4C22-9F56-5D627A43B57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asco"/>
        </a:ext>
      </dgm:extLst>
    </dgm:pt>
    <dgm:pt modelId="{457CF3EA-B3DA-492B-A2BB-07CB14E3BD7D}" type="pres">
      <dgm:prSet presAssocID="{8766A031-FDD0-4C22-9F56-5D627A43B570}" presName="spaceRect" presStyleCnt="0"/>
      <dgm:spPr/>
    </dgm:pt>
    <dgm:pt modelId="{7BA338C6-D24F-44BD-9F94-7875710FC4FE}" type="pres">
      <dgm:prSet presAssocID="{8766A031-FDD0-4C22-9F56-5D627A43B570}" presName="textRect" presStyleLbl="revTx" presStyleIdx="0" presStyleCnt="5">
        <dgm:presLayoutVars>
          <dgm:chMax val="1"/>
          <dgm:chPref val="1"/>
        </dgm:presLayoutVars>
      </dgm:prSet>
      <dgm:spPr/>
    </dgm:pt>
    <dgm:pt modelId="{BEFEE62F-7EE3-41E2-A548-01EBB96FD3D7}" type="pres">
      <dgm:prSet presAssocID="{B466DA0F-378D-488A-8D11-910003A2DB20}" presName="sibTrans" presStyleCnt="0"/>
      <dgm:spPr/>
    </dgm:pt>
    <dgm:pt modelId="{69DC7253-F73E-4877-969C-047C31C6E593}" type="pres">
      <dgm:prSet presAssocID="{10EF650A-F305-48C7-87B8-3795B0087D8A}" presName="compNode" presStyleCnt="0"/>
      <dgm:spPr/>
    </dgm:pt>
    <dgm:pt modelId="{B5BF65FB-EDC3-4DD9-AA5D-9373B1871B6D}" type="pres">
      <dgm:prSet presAssocID="{10EF650A-F305-48C7-87B8-3795B0087D8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ração"/>
        </a:ext>
      </dgm:extLst>
    </dgm:pt>
    <dgm:pt modelId="{4E1FF6B3-C03F-445E-B821-B8F6402DDD4E}" type="pres">
      <dgm:prSet presAssocID="{10EF650A-F305-48C7-87B8-3795B0087D8A}" presName="spaceRect" presStyleCnt="0"/>
      <dgm:spPr/>
    </dgm:pt>
    <dgm:pt modelId="{84060325-9E02-41F5-81B3-CF0DABD25026}" type="pres">
      <dgm:prSet presAssocID="{10EF650A-F305-48C7-87B8-3795B0087D8A}" presName="textRect" presStyleLbl="revTx" presStyleIdx="1" presStyleCnt="5">
        <dgm:presLayoutVars>
          <dgm:chMax val="1"/>
          <dgm:chPref val="1"/>
        </dgm:presLayoutVars>
      </dgm:prSet>
      <dgm:spPr/>
    </dgm:pt>
    <dgm:pt modelId="{0F3C1FEF-010E-48EF-B0A6-FCC41CCB6004}" type="pres">
      <dgm:prSet presAssocID="{23F1B032-D331-43B3-8873-F7BC14B060E9}" presName="sibTrans" presStyleCnt="0"/>
      <dgm:spPr/>
    </dgm:pt>
    <dgm:pt modelId="{7984F862-6326-40B4-83D8-4F23C82F8B6F}" type="pres">
      <dgm:prSet presAssocID="{7DF41FDD-B851-41B9-9D14-E62D468E11A6}" presName="compNode" presStyleCnt="0"/>
      <dgm:spPr/>
    </dgm:pt>
    <dgm:pt modelId="{34514BD7-72B5-40AE-A233-AA449EE2AC6A}" type="pres">
      <dgm:prSet presAssocID="{7DF41FDD-B851-41B9-9D14-E62D468E11A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583DC5E8-CA44-4C87-ADC6-9EAE5D1C4855}" type="pres">
      <dgm:prSet presAssocID="{7DF41FDD-B851-41B9-9D14-E62D468E11A6}" presName="spaceRect" presStyleCnt="0"/>
      <dgm:spPr/>
    </dgm:pt>
    <dgm:pt modelId="{9FCDEF94-A490-4DB5-8F3A-83F13614C1DE}" type="pres">
      <dgm:prSet presAssocID="{7DF41FDD-B851-41B9-9D14-E62D468E11A6}" presName="textRect" presStyleLbl="revTx" presStyleIdx="2" presStyleCnt="5">
        <dgm:presLayoutVars>
          <dgm:chMax val="1"/>
          <dgm:chPref val="1"/>
        </dgm:presLayoutVars>
      </dgm:prSet>
      <dgm:spPr/>
    </dgm:pt>
    <dgm:pt modelId="{37374C74-74B1-4D1C-A6AB-0FEB8FA96CBC}" type="pres">
      <dgm:prSet presAssocID="{B7FDB8DC-5AE8-4016-89B6-087EBB70E7C4}" presName="sibTrans" presStyleCnt="0"/>
      <dgm:spPr/>
    </dgm:pt>
    <dgm:pt modelId="{55D2FEE3-4741-43CF-AA4B-84F8F30DBEDD}" type="pres">
      <dgm:prSet presAssocID="{A06DA4F9-E31A-44A2-91EE-8A19FF52FB9B}" presName="compNode" presStyleCnt="0"/>
      <dgm:spPr/>
    </dgm:pt>
    <dgm:pt modelId="{1E0B2EC8-48A9-4AED-A473-6E5E694E6A46}" type="pres">
      <dgm:prSet presAssocID="{A06DA4F9-E31A-44A2-91EE-8A19FF52FB9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04C73F64-90A0-44FC-921F-13DFA68BDBEF}" type="pres">
      <dgm:prSet presAssocID="{A06DA4F9-E31A-44A2-91EE-8A19FF52FB9B}" presName="spaceRect" presStyleCnt="0"/>
      <dgm:spPr/>
    </dgm:pt>
    <dgm:pt modelId="{BAE41DA7-D42B-44A1-BFC4-46E29E600B3B}" type="pres">
      <dgm:prSet presAssocID="{A06DA4F9-E31A-44A2-91EE-8A19FF52FB9B}" presName="textRect" presStyleLbl="revTx" presStyleIdx="3" presStyleCnt="5">
        <dgm:presLayoutVars>
          <dgm:chMax val="1"/>
          <dgm:chPref val="1"/>
        </dgm:presLayoutVars>
      </dgm:prSet>
      <dgm:spPr/>
    </dgm:pt>
    <dgm:pt modelId="{F6457F7E-927C-4ABA-87AC-B5665C4E8808}" type="pres">
      <dgm:prSet presAssocID="{97F666C3-A8F6-49A3-A09E-53E7096AA099}" presName="sibTrans" presStyleCnt="0"/>
      <dgm:spPr/>
    </dgm:pt>
    <dgm:pt modelId="{7D87AED5-FCD2-438F-B297-C37DFA50AA85}" type="pres">
      <dgm:prSet presAssocID="{E62718F4-850B-4076-B742-A8D70A067B26}" presName="compNode" presStyleCnt="0"/>
      <dgm:spPr/>
    </dgm:pt>
    <dgm:pt modelId="{67A88678-5C52-4AB9-BE86-50D45D222E86}" type="pres">
      <dgm:prSet presAssocID="{E62718F4-850B-4076-B742-A8D70A067B2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25E671CD-0E2C-45EB-8E4C-84A39A5C5BEB}" type="pres">
      <dgm:prSet presAssocID="{E62718F4-850B-4076-B742-A8D70A067B26}" presName="spaceRect" presStyleCnt="0"/>
      <dgm:spPr/>
    </dgm:pt>
    <dgm:pt modelId="{E0D36D95-72AB-41C8-B2FC-CC26069DA042}" type="pres">
      <dgm:prSet presAssocID="{E62718F4-850B-4076-B742-A8D70A067B2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BD3D811-6FBA-450C-8B40-E3D476662A5E}" type="presOf" srcId="{4F182BAA-B61C-4252-8574-F7F2532E506B}" destId="{A079AC1F-0C6C-4184-8291-1059575D4CB6}" srcOrd="0" destOrd="0" presId="urn:microsoft.com/office/officeart/2018/2/layout/IconLabelList"/>
    <dgm:cxn modelId="{91505F1E-645E-44A4-857D-35EAE0C679B3}" type="presOf" srcId="{8766A031-FDD0-4C22-9F56-5D627A43B570}" destId="{7BA338C6-D24F-44BD-9F94-7875710FC4FE}" srcOrd="0" destOrd="0" presId="urn:microsoft.com/office/officeart/2018/2/layout/IconLabelList"/>
    <dgm:cxn modelId="{6A11B226-FD5C-42FD-9773-AAAB3D19B872}" srcId="{4F182BAA-B61C-4252-8574-F7F2532E506B}" destId="{8766A031-FDD0-4C22-9F56-5D627A43B570}" srcOrd="0" destOrd="0" parTransId="{D7ED74FB-F584-4562-A5BA-52D758782DA6}" sibTransId="{B466DA0F-378D-488A-8D11-910003A2DB20}"/>
    <dgm:cxn modelId="{253D5227-D378-4A32-8244-543796C36A5A}" srcId="{4F182BAA-B61C-4252-8574-F7F2532E506B}" destId="{E62718F4-850B-4076-B742-A8D70A067B26}" srcOrd="4" destOrd="0" parTransId="{FF7C3E69-00ED-4644-A246-5E4FD4C2D546}" sibTransId="{B1ED1D74-F3F8-448F-836F-A15D2DE0130A}"/>
    <dgm:cxn modelId="{CF510E2A-F93A-4D7B-AB6A-74252F26C777}" type="presOf" srcId="{10EF650A-F305-48C7-87B8-3795B0087D8A}" destId="{84060325-9E02-41F5-81B3-CF0DABD25026}" srcOrd="0" destOrd="0" presId="urn:microsoft.com/office/officeart/2018/2/layout/IconLabelList"/>
    <dgm:cxn modelId="{B337442E-F304-4254-BCCC-5A03E1FFF3A2}" srcId="{4F182BAA-B61C-4252-8574-F7F2532E506B}" destId="{10EF650A-F305-48C7-87B8-3795B0087D8A}" srcOrd="1" destOrd="0" parTransId="{66C009FD-7AB2-40B1-86AB-FE5C16F995B5}" sibTransId="{23F1B032-D331-43B3-8873-F7BC14B060E9}"/>
    <dgm:cxn modelId="{503C9935-8BDE-4A6D-8CFD-CC22952AFEAD}" type="presOf" srcId="{7DF41FDD-B851-41B9-9D14-E62D468E11A6}" destId="{9FCDEF94-A490-4DB5-8F3A-83F13614C1DE}" srcOrd="0" destOrd="0" presId="urn:microsoft.com/office/officeart/2018/2/layout/IconLabelList"/>
    <dgm:cxn modelId="{FDFDBA68-33E1-41A4-9DB0-128A33D63F04}" type="presOf" srcId="{A06DA4F9-E31A-44A2-91EE-8A19FF52FB9B}" destId="{BAE41DA7-D42B-44A1-BFC4-46E29E600B3B}" srcOrd="0" destOrd="0" presId="urn:microsoft.com/office/officeart/2018/2/layout/IconLabelList"/>
    <dgm:cxn modelId="{040C68D8-F05D-4FED-B430-9ECC10121C55}" srcId="{4F182BAA-B61C-4252-8574-F7F2532E506B}" destId="{A06DA4F9-E31A-44A2-91EE-8A19FF52FB9B}" srcOrd="3" destOrd="0" parTransId="{7AFC6CF5-5EDE-4995-BE8A-99299188B0C3}" sibTransId="{97F666C3-A8F6-49A3-A09E-53E7096AA099}"/>
    <dgm:cxn modelId="{88277BE1-0356-4BCF-B9A3-CCA948075878}" type="presOf" srcId="{E62718F4-850B-4076-B742-A8D70A067B26}" destId="{E0D36D95-72AB-41C8-B2FC-CC26069DA042}" srcOrd="0" destOrd="0" presId="urn:microsoft.com/office/officeart/2018/2/layout/IconLabelList"/>
    <dgm:cxn modelId="{3E6750FE-2E71-41C3-B70F-CB12DEA4FA66}" srcId="{4F182BAA-B61C-4252-8574-F7F2532E506B}" destId="{7DF41FDD-B851-41B9-9D14-E62D468E11A6}" srcOrd="2" destOrd="0" parTransId="{0DA15402-25D4-4247-9098-74C6EC495449}" sibTransId="{B7FDB8DC-5AE8-4016-89B6-087EBB70E7C4}"/>
    <dgm:cxn modelId="{C649F623-DB0D-4955-AA01-D70B86FF617E}" type="presParOf" srcId="{A079AC1F-0C6C-4184-8291-1059575D4CB6}" destId="{4EB352FD-C320-49E2-8F54-86DFCD41D1A8}" srcOrd="0" destOrd="0" presId="urn:microsoft.com/office/officeart/2018/2/layout/IconLabelList"/>
    <dgm:cxn modelId="{F04557C8-0889-4E95-8B5D-3B2F3D89714E}" type="presParOf" srcId="{4EB352FD-C320-49E2-8F54-86DFCD41D1A8}" destId="{5CE83699-C4DA-49EE-9115-1B0D51A67824}" srcOrd="0" destOrd="0" presId="urn:microsoft.com/office/officeart/2018/2/layout/IconLabelList"/>
    <dgm:cxn modelId="{47B3D7EB-81C6-4460-A346-7883C32BB266}" type="presParOf" srcId="{4EB352FD-C320-49E2-8F54-86DFCD41D1A8}" destId="{457CF3EA-B3DA-492B-A2BB-07CB14E3BD7D}" srcOrd="1" destOrd="0" presId="urn:microsoft.com/office/officeart/2018/2/layout/IconLabelList"/>
    <dgm:cxn modelId="{EA1D54D4-144D-4155-9F7C-9260FEDE2D8C}" type="presParOf" srcId="{4EB352FD-C320-49E2-8F54-86DFCD41D1A8}" destId="{7BA338C6-D24F-44BD-9F94-7875710FC4FE}" srcOrd="2" destOrd="0" presId="urn:microsoft.com/office/officeart/2018/2/layout/IconLabelList"/>
    <dgm:cxn modelId="{4B2260F7-DABD-4343-B061-6B95B0C1D4F6}" type="presParOf" srcId="{A079AC1F-0C6C-4184-8291-1059575D4CB6}" destId="{BEFEE62F-7EE3-41E2-A548-01EBB96FD3D7}" srcOrd="1" destOrd="0" presId="urn:microsoft.com/office/officeart/2018/2/layout/IconLabelList"/>
    <dgm:cxn modelId="{C7069B9D-C8FA-4577-8F2C-FCC4DB753EED}" type="presParOf" srcId="{A079AC1F-0C6C-4184-8291-1059575D4CB6}" destId="{69DC7253-F73E-4877-969C-047C31C6E593}" srcOrd="2" destOrd="0" presId="urn:microsoft.com/office/officeart/2018/2/layout/IconLabelList"/>
    <dgm:cxn modelId="{36AA24D5-CECF-4AB4-B4AC-B815E93AED36}" type="presParOf" srcId="{69DC7253-F73E-4877-969C-047C31C6E593}" destId="{B5BF65FB-EDC3-4DD9-AA5D-9373B1871B6D}" srcOrd="0" destOrd="0" presId="urn:microsoft.com/office/officeart/2018/2/layout/IconLabelList"/>
    <dgm:cxn modelId="{557D449D-1C2F-44F9-A92B-9C7622F2465C}" type="presParOf" srcId="{69DC7253-F73E-4877-969C-047C31C6E593}" destId="{4E1FF6B3-C03F-445E-B821-B8F6402DDD4E}" srcOrd="1" destOrd="0" presId="urn:microsoft.com/office/officeart/2018/2/layout/IconLabelList"/>
    <dgm:cxn modelId="{C2B94F94-F547-4F3E-B910-FDA2E55EEAAD}" type="presParOf" srcId="{69DC7253-F73E-4877-969C-047C31C6E593}" destId="{84060325-9E02-41F5-81B3-CF0DABD25026}" srcOrd="2" destOrd="0" presId="urn:microsoft.com/office/officeart/2018/2/layout/IconLabelList"/>
    <dgm:cxn modelId="{3CC9BC1A-55FB-4C44-9A16-1E5ECB5C79D7}" type="presParOf" srcId="{A079AC1F-0C6C-4184-8291-1059575D4CB6}" destId="{0F3C1FEF-010E-48EF-B0A6-FCC41CCB6004}" srcOrd="3" destOrd="0" presId="urn:microsoft.com/office/officeart/2018/2/layout/IconLabelList"/>
    <dgm:cxn modelId="{1361CFF6-4CAD-4534-A711-7ECB1E62F040}" type="presParOf" srcId="{A079AC1F-0C6C-4184-8291-1059575D4CB6}" destId="{7984F862-6326-40B4-83D8-4F23C82F8B6F}" srcOrd="4" destOrd="0" presId="urn:microsoft.com/office/officeart/2018/2/layout/IconLabelList"/>
    <dgm:cxn modelId="{CFA82259-A0D3-4F12-91B9-AA7DD17258CC}" type="presParOf" srcId="{7984F862-6326-40B4-83D8-4F23C82F8B6F}" destId="{34514BD7-72B5-40AE-A233-AA449EE2AC6A}" srcOrd="0" destOrd="0" presId="urn:microsoft.com/office/officeart/2018/2/layout/IconLabelList"/>
    <dgm:cxn modelId="{77404DFA-96F5-467C-9855-C12117964416}" type="presParOf" srcId="{7984F862-6326-40B4-83D8-4F23C82F8B6F}" destId="{583DC5E8-CA44-4C87-ADC6-9EAE5D1C4855}" srcOrd="1" destOrd="0" presId="urn:microsoft.com/office/officeart/2018/2/layout/IconLabelList"/>
    <dgm:cxn modelId="{AEF97EF5-6FD1-44C1-B630-6C0322A07B4D}" type="presParOf" srcId="{7984F862-6326-40B4-83D8-4F23C82F8B6F}" destId="{9FCDEF94-A490-4DB5-8F3A-83F13614C1DE}" srcOrd="2" destOrd="0" presId="urn:microsoft.com/office/officeart/2018/2/layout/IconLabelList"/>
    <dgm:cxn modelId="{EA4BF0FF-B963-4E35-8771-F6A867B4140E}" type="presParOf" srcId="{A079AC1F-0C6C-4184-8291-1059575D4CB6}" destId="{37374C74-74B1-4D1C-A6AB-0FEB8FA96CBC}" srcOrd="5" destOrd="0" presId="urn:microsoft.com/office/officeart/2018/2/layout/IconLabelList"/>
    <dgm:cxn modelId="{430B07AA-5312-4A55-99F4-3337C8582DC4}" type="presParOf" srcId="{A079AC1F-0C6C-4184-8291-1059575D4CB6}" destId="{55D2FEE3-4741-43CF-AA4B-84F8F30DBEDD}" srcOrd="6" destOrd="0" presId="urn:microsoft.com/office/officeart/2018/2/layout/IconLabelList"/>
    <dgm:cxn modelId="{C94EAFAF-2BF9-4C0A-B050-3F639F1AC8A5}" type="presParOf" srcId="{55D2FEE3-4741-43CF-AA4B-84F8F30DBEDD}" destId="{1E0B2EC8-48A9-4AED-A473-6E5E694E6A46}" srcOrd="0" destOrd="0" presId="urn:microsoft.com/office/officeart/2018/2/layout/IconLabelList"/>
    <dgm:cxn modelId="{C23DF46C-125D-4313-9053-BA4011309B62}" type="presParOf" srcId="{55D2FEE3-4741-43CF-AA4B-84F8F30DBEDD}" destId="{04C73F64-90A0-44FC-921F-13DFA68BDBEF}" srcOrd="1" destOrd="0" presId="urn:microsoft.com/office/officeart/2018/2/layout/IconLabelList"/>
    <dgm:cxn modelId="{6049ED74-F834-443E-9A0F-5033828226C7}" type="presParOf" srcId="{55D2FEE3-4741-43CF-AA4B-84F8F30DBEDD}" destId="{BAE41DA7-D42B-44A1-BFC4-46E29E600B3B}" srcOrd="2" destOrd="0" presId="urn:microsoft.com/office/officeart/2018/2/layout/IconLabelList"/>
    <dgm:cxn modelId="{54EB883E-608B-47B4-B702-DDCA83455EE4}" type="presParOf" srcId="{A079AC1F-0C6C-4184-8291-1059575D4CB6}" destId="{F6457F7E-927C-4ABA-87AC-B5665C4E8808}" srcOrd="7" destOrd="0" presId="urn:microsoft.com/office/officeart/2018/2/layout/IconLabelList"/>
    <dgm:cxn modelId="{A2DBB9BF-8BC9-4E0E-A8AE-098349D956B4}" type="presParOf" srcId="{A079AC1F-0C6C-4184-8291-1059575D4CB6}" destId="{7D87AED5-FCD2-438F-B297-C37DFA50AA85}" srcOrd="8" destOrd="0" presId="urn:microsoft.com/office/officeart/2018/2/layout/IconLabelList"/>
    <dgm:cxn modelId="{2F1E5668-DCD8-4049-813A-8C89E5E792B0}" type="presParOf" srcId="{7D87AED5-FCD2-438F-B297-C37DFA50AA85}" destId="{67A88678-5C52-4AB9-BE86-50D45D222E86}" srcOrd="0" destOrd="0" presId="urn:microsoft.com/office/officeart/2018/2/layout/IconLabelList"/>
    <dgm:cxn modelId="{C0564279-1D9B-4E57-AFAF-5E5653F2210E}" type="presParOf" srcId="{7D87AED5-FCD2-438F-B297-C37DFA50AA85}" destId="{25E671CD-0E2C-45EB-8E4C-84A39A5C5BEB}" srcOrd="1" destOrd="0" presId="urn:microsoft.com/office/officeart/2018/2/layout/IconLabelList"/>
    <dgm:cxn modelId="{E502B3DB-118F-4A97-A21B-9FDB2339DBE6}" type="presParOf" srcId="{7D87AED5-FCD2-438F-B297-C37DFA50AA85}" destId="{E0D36D95-72AB-41C8-B2FC-CC26069DA04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9013D1D-FDF2-4751-8F8E-E212BD44C07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2010D7B-891B-4EEA-91D2-8E9D4E33A9E2}">
      <dgm:prSet/>
      <dgm:spPr/>
      <dgm:t>
        <a:bodyPr/>
        <a:lstStyle/>
        <a:p>
          <a:r>
            <a:rPr lang="pt-BR"/>
            <a:t>Que habilidade eu já possuo?</a:t>
          </a:r>
          <a:endParaRPr lang="en-US"/>
        </a:p>
      </dgm:t>
    </dgm:pt>
    <dgm:pt modelId="{5EBD3779-433C-4AFE-B245-A8A7E5B5329D}" type="parTrans" cxnId="{7BB6E497-F10D-4A9A-9D33-25082FCC640E}">
      <dgm:prSet/>
      <dgm:spPr/>
      <dgm:t>
        <a:bodyPr/>
        <a:lstStyle/>
        <a:p>
          <a:endParaRPr lang="en-US"/>
        </a:p>
      </dgm:t>
    </dgm:pt>
    <dgm:pt modelId="{35D5D1C0-2C0F-4587-A26E-DDE8FB80817B}" type="sibTrans" cxnId="{7BB6E497-F10D-4A9A-9D33-25082FCC640E}">
      <dgm:prSet/>
      <dgm:spPr/>
      <dgm:t>
        <a:bodyPr/>
        <a:lstStyle/>
        <a:p>
          <a:endParaRPr lang="en-US"/>
        </a:p>
      </dgm:t>
    </dgm:pt>
    <dgm:pt modelId="{37A3F394-817C-466B-97C0-7CB266FEB549}">
      <dgm:prSet/>
      <dgm:spPr/>
      <dgm:t>
        <a:bodyPr/>
        <a:lstStyle/>
        <a:p>
          <a:r>
            <a:rPr lang="pt-BR"/>
            <a:t>Como posso transformar essa habilidade em renda?</a:t>
          </a:r>
          <a:endParaRPr lang="en-US"/>
        </a:p>
      </dgm:t>
    </dgm:pt>
    <dgm:pt modelId="{6FF56EC3-96D6-4F32-A1BC-37570ABA6FC8}" type="parTrans" cxnId="{653EBD32-5191-4556-8411-D24B89592993}">
      <dgm:prSet/>
      <dgm:spPr/>
      <dgm:t>
        <a:bodyPr/>
        <a:lstStyle/>
        <a:p>
          <a:endParaRPr lang="en-US"/>
        </a:p>
      </dgm:t>
    </dgm:pt>
    <dgm:pt modelId="{4B243FDB-6BD5-400B-9373-C01C094D5ECC}" type="sibTrans" cxnId="{653EBD32-5191-4556-8411-D24B89592993}">
      <dgm:prSet/>
      <dgm:spPr/>
      <dgm:t>
        <a:bodyPr/>
        <a:lstStyle/>
        <a:p>
          <a:endParaRPr lang="en-US"/>
        </a:p>
      </dgm:t>
    </dgm:pt>
    <dgm:pt modelId="{B5E68909-84D5-4FD8-9DB4-2D2C6EE1E285}">
      <dgm:prSet/>
      <dgm:spPr/>
      <dgm:t>
        <a:bodyPr/>
        <a:lstStyle/>
        <a:p>
          <a:r>
            <a:rPr lang="pt-BR"/>
            <a:t>Quais apoios posso buscar?</a:t>
          </a:r>
          <a:endParaRPr lang="en-US"/>
        </a:p>
      </dgm:t>
    </dgm:pt>
    <dgm:pt modelId="{010BA5CE-9D3B-4245-9D61-FA212012086C}" type="parTrans" cxnId="{9E0F6E5B-C25C-493D-98F3-8649BB22FC91}">
      <dgm:prSet/>
      <dgm:spPr/>
      <dgm:t>
        <a:bodyPr/>
        <a:lstStyle/>
        <a:p>
          <a:endParaRPr lang="en-US"/>
        </a:p>
      </dgm:t>
    </dgm:pt>
    <dgm:pt modelId="{2270F17A-EA1A-4CC6-BB57-4F0DEC06BDCC}" type="sibTrans" cxnId="{9E0F6E5B-C25C-493D-98F3-8649BB22FC91}">
      <dgm:prSet/>
      <dgm:spPr/>
      <dgm:t>
        <a:bodyPr/>
        <a:lstStyle/>
        <a:p>
          <a:endParaRPr lang="en-US"/>
        </a:p>
      </dgm:t>
    </dgm:pt>
    <dgm:pt modelId="{56AD5782-A7DA-4313-8E1B-3C75BA9E7A53}">
      <dgm:prSet/>
      <dgm:spPr/>
      <dgm:t>
        <a:bodyPr/>
        <a:lstStyle/>
        <a:p>
          <a:r>
            <a:rPr lang="pt-BR"/>
            <a:t>O que posso começar com os recursos que tenho hoje?</a:t>
          </a:r>
          <a:endParaRPr lang="en-US"/>
        </a:p>
      </dgm:t>
    </dgm:pt>
    <dgm:pt modelId="{918EFA69-AD69-4128-BF05-CBB582B8080F}" type="parTrans" cxnId="{587912BB-A5F0-4E8F-8AD4-73A8373C3F2B}">
      <dgm:prSet/>
      <dgm:spPr/>
      <dgm:t>
        <a:bodyPr/>
        <a:lstStyle/>
        <a:p>
          <a:endParaRPr lang="en-US"/>
        </a:p>
      </dgm:t>
    </dgm:pt>
    <dgm:pt modelId="{F0C44A1E-2739-49DE-B4F8-0A64E9F10B98}" type="sibTrans" cxnId="{587912BB-A5F0-4E8F-8AD4-73A8373C3F2B}">
      <dgm:prSet/>
      <dgm:spPr/>
      <dgm:t>
        <a:bodyPr/>
        <a:lstStyle/>
        <a:p>
          <a:endParaRPr lang="en-US"/>
        </a:p>
      </dgm:t>
    </dgm:pt>
    <dgm:pt modelId="{0A56C068-C2E0-4455-B64C-6B0076DD3004}" type="pres">
      <dgm:prSet presAssocID="{79013D1D-FDF2-4751-8F8E-E212BD44C07F}" presName="root" presStyleCnt="0">
        <dgm:presLayoutVars>
          <dgm:dir/>
          <dgm:resizeHandles val="exact"/>
        </dgm:presLayoutVars>
      </dgm:prSet>
      <dgm:spPr/>
    </dgm:pt>
    <dgm:pt modelId="{A3D0F8B4-C537-41B2-96CB-BDE82F5FCDBB}" type="pres">
      <dgm:prSet presAssocID="{79013D1D-FDF2-4751-8F8E-E212BD44C07F}" presName="container" presStyleCnt="0">
        <dgm:presLayoutVars>
          <dgm:dir/>
          <dgm:resizeHandles val="exact"/>
        </dgm:presLayoutVars>
      </dgm:prSet>
      <dgm:spPr/>
    </dgm:pt>
    <dgm:pt modelId="{894DA739-2839-459C-A8C3-24BCF0EAC9ED}" type="pres">
      <dgm:prSet presAssocID="{02010D7B-891B-4EEA-91D2-8E9D4E33A9E2}" presName="compNode" presStyleCnt="0"/>
      <dgm:spPr/>
    </dgm:pt>
    <dgm:pt modelId="{9246702E-1F4E-42E1-AC06-14F4CA5D4611}" type="pres">
      <dgm:prSet presAssocID="{02010D7B-891B-4EEA-91D2-8E9D4E33A9E2}" presName="iconBgRect" presStyleLbl="bgShp" presStyleIdx="0" presStyleCnt="4"/>
      <dgm:spPr/>
    </dgm:pt>
    <dgm:pt modelId="{42172658-187A-4202-9EE1-0B1B7576A8AA}" type="pres">
      <dgm:prSet presAssocID="{02010D7B-891B-4EEA-91D2-8E9D4E33A9E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5282FAD-F4BB-43FC-8DB2-A9C76BF03B02}" type="pres">
      <dgm:prSet presAssocID="{02010D7B-891B-4EEA-91D2-8E9D4E33A9E2}" presName="spaceRect" presStyleCnt="0"/>
      <dgm:spPr/>
    </dgm:pt>
    <dgm:pt modelId="{BBE5A09A-FC07-4E5C-8073-499A6A0B7715}" type="pres">
      <dgm:prSet presAssocID="{02010D7B-891B-4EEA-91D2-8E9D4E33A9E2}" presName="textRect" presStyleLbl="revTx" presStyleIdx="0" presStyleCnt="4">
        <dgm:presLayoutVars>
          <dgm:chMax val="1"/>
          <dgm:chPref val="1"/>
        </dgm:presLayoutVars>
      </dgm:prSet>
      <dgm:spPr/>
    </dgm:pt>
    <dgm:pt modelId="{6FE5B102-9E49-452F-BE6C-69C54AB52FA8}" type="pres">
      <dgm:prSet presAssocID="{35D5D1C0-2C0F-4587-A26E-DDE8FB80817B}" presName="sibTrans" presStyleLbl="sibTrans2D1" presStyleIdx="0" presStyleCnt="0"/>
      <dgm:spPr/>
    </dgm:pt>
    <dgm:pt modelId="{1A25A842-033F-41C5-B17F-CB48DC1EEEF8}" type="pres">
      <dgm:prSet presAssocID="{37A3F394-817C-466B-97C0-7CB266FEB549}" presName="compNode" presStyleCnt="0"/>
      <dgm:spPr/>
    </dgm:pt>
    <dgm:pt modelId="{9620147B-8B91-43BA-84A8-E4B45D31949D}" type="pres">
      <dgm:prSet presAssocID="{37A3F394-817C-466B-97C0-7CB266FEB549}" presName="iconBgRect" presStyleLbl="bgShp" presStyleIdx="1" presStyleCnt="4"/>
      <dgm:spPr/>
    </dgm:pt>
    <dgm:pt modelId="{3EEE2303-C81F-480C-B91F-04C352D32434}" type="pres">
      <dgm:prSet presAssocID="{37A3F394-817C-466B-97C0-7CB266FEB54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te"/>
        </a:ext>
      </dgm:extLst>
    </dgm:pt>
    <dgm:pt modelId="{B3B49A77-CF7A-4E0B-8C3A-24759ADF2229}" type="pres">
      <dgm:prSet presAssocID="{37A3F394-817C-466B-97C0-7CB266FEB549}" presName="spaceRect" presStyleCnt="0"/>
      <dgm:spPr/>
    </dgm:pt>
    <dgm:pt modelId="{4CB63DDF-21E4-45E9-9576-CA396E4599B4}" type="pres">
      <dgm:prSet presAssocID="{37A3F394-817C-466B-97C0-7CB266FEB549}" presName="textRect" presStyleLbl="revTx" presStyleIdx="1" presStyleCnt="4">
        <dgm:presLayoutVars>
          <dgm:chMax val="1"/>
          <dgm:chPref val="1"/>
        </dgm:presLayoutVars>
      </dgm:prSet>
      <dgm:spPr/>
    </dgm:pt>
    <dgm:pt modelId="{3C4019C3-4A89-4237-BE9D-1F96D7A15817}" type="pres">
      <dgm:prSet presAssocID="{4B243FDB-6BD5-400B-9373-C01C094D5ECC}" presName="sibTrans" presStyleLbl="sibTrans2D1" presStyleIdx="0" presStyleCnt="0"/>
      <dgm:spPr/>
    </dgm:pt>
    <dgm:pt modelId="{DB2686E9-4CA1-4ED3-9CF2-9EA8C4579A6D}" type="pres">
      <dgm:prSet presAssocID="{B5E68909-84D5-4FD8-9DB4-2D2C6EE1E285}" presName="compNode" presStyleCnt="0"/>
      <dgm:spPr/>
    </dgm:pt>
    <dgm:pt modelId="{E2186583-D59A-41FB-9C60-E61EB8610828}" type="pres">
      <dgm:prSet presAssocID="{B5E68909-84D5-4FD8-9DB4-2D2C6EE1E285}" presName="iconBgRect" presStyleLbl="bgShp" presStyleIdx="2" presStyleCnt="4"/>
      <dgm:spPr/>
    </dgm:pt>
    <dgm:pt modelId="{DBD33F1D-5F20-43DB-90E9-B01C7685BDB6}" type="pres">
      <dgm:prSet presAssocID="{B5E68909-84D5-4FD8-9DB4-2D2C6EE1E28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0CC9F7A9-F71D-4660-8446-221FBBD4D7AA}" type="pres">
      <dgm:prSet presAssocID="{B5E68909-84D5-4FD8-9DB4-2D2C6EE1E285}" presName="spaceRect" presStyleCnt="0"/>
      <dgm:spPr/>
    </dgm:pt>
    <dgm:pt modelId="{DE6C779A-63D9-45BA-8B5C-7E31A8AACC0F}" type="pres">
      <dgm:prSet presAssocID="{B5E68909-84D5-4FD8-9DB4-2D2C6EE1E285}" presName="textRect" presStyleLbl="revTx" presStyleIdx="2" presStyleCnt="4">
        <dgm:presLayoutVars>
          <dgm:chMax val="1"/>
          <dgm:chPref val="1"/>
        </dgm:presLayoutVars>
      </dgm:prSet>
      <dgm:spPr/>
    </dgm:pt>
    <dgm:pt modelId="{8E858B46-CE09-4400-844A-F0DA2D61B2C6}" type="pres">
      <dgm:prSet presAssocID="{2270F17A-EA1A-4CC6-BB57-4F0DEC06BDCC}" presName="sibTrans" presStyleLbl="sibTrans2D1" presStyleIdx="0" presStyleCnt="0"/>
      <dgm:spPr/>
    </dgm:pt>
    <dgm:pt modelId="{C9D47AD0-E5FD-438E-8939-D74BF449EA98}" type="pres">
      <dgm:prSet presAssocID="{56AD5782-A7DA-4313-8E1B-3C75BA9E7A53}" presName="compNode" presStyleCnt="0"/>
      <dgm:spPr/>
    </dgm:pt>
    <dgm:pt modelId="{EB22BA80-CD77-4526-9D76-882D1819B004}" type="pres">
      <dgm:prSet presAssocID="{56AD5782-A7DA-4313-8E1B-3C75BA9E7A53}" presName="iconBgRect" presStyleLbl="bgShp" presStyleIdx="3" presStyleCnt="4"/>
      <dgm:spPr/>
    </dgm:pt>
    <dgm:pt modelId="{98E03EAD-96C3-45F2-9998-DA0772556C8B}" type="pres">
      <dgm:prSet presAssocID="{56AD5782-A7DA-4313-8E1B-3C75BA9E7A5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BD4C31D9-6D84-4926-9F12-6487C74AD130}" type="pres">
      <dgm:prSet presAssocID="{56AD5782-A7DA-4313-8E1B-3C75BA9E7A53}" presName="spaceRect" presStyleCnt="0"/>
      <dgm:spPr/>
    </dgm:pt>
    <dgm:pt modelId="{FB9D4960-6393-4F9B-AA1E-0A6206374293}" type="pres">
      <dgm:prSet presAssocID="{56AD5782-A7DA-4313-8E1B-3C75BA9E7A5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A80128-00B9-4EF8-89C5-AC0A4863C8A3}" type="presOf" srcId="{2270F17A-EA1A-4CC6-BB57-4F0DEC06BDCC}" destId="{8E858B46-CE09-4400-844A-F0DA2D61B2C6}" srcOrd="0" destOrd="0" presId="urn:microsoft.com/office/officeart/2018/2/layout/IconCircleList"/>
    <dgm:cxn modelId="{653EBD32-5191-4556-8411-D24B89592993}" srcId="{79013D1D-FDF2-4751-8F8E-E212BD44C07F}" destId="{37A3F394-817C-466B-97C0-7CB266FEB549}" srcOrd="1" destOrd="0" parTransId="{6FF56EC3-96D6-4F32-A1BC-37570ABA6FC8}" sibTransId="{4B243FDB-6BD5-400B-9373-C01C094D5ECC}"/>
    <dgm:cxn modelId="{9E0F6E5B-C25C-493D-98F3-8649BB22FC91}" srcId="{79013D1D-FDF2-4751-8F8E-E212BD44C07F}" destId="{B5E68909-84D5-4FD8-9DB4-2D2C6EE1E285}" srcOrd="2" destOrd="0" parTransId="{010BA5CE-9D3B-4245-9D61-FA212012086C}" sibTransId="{2270F17A-EA1A-4CC6-BB57-4F0DEC06BDCC}"/>
    <dgm:cxn modelId="{5DB1A75B-A8BC-4308-A519-74B60FE86AE8}" type="presOf" srcId="{4B243FDB-6BD5-400B-9373-C01C094D5ECC}" destId="{3C4019C3-4A89-4237-BE9D-1F96D7A15817}" srcOrd="0" destOrd="0" presId="urn:microsoft.com/office/officeart/2018/2/layout/IconCircleList"/>
    <dgm:cxn modelId="{D1065046-E7D0-4C7C-8FE1-D360FC673D94}" type="presOf" srcId="{02010D7B-891B-4EEA-91D2-8E9D4E33A9E2}" destId="{BBE5A09A-FC07-4E5C-8073-499A6A0B7715}" srcOrd="0" destOrd="0" presId="urn:microsoft.com/office/officeart/2018/2/layout/IconCircleList"/>
    <dgm:cxn modelId="{83958155-F4A5-4C63-8C66-447737FCD026}" type="presOf" srcId="{37A3F394-817C-466B-97C0-7CB266FEB549}" destId="{4CB63DDF-21E4-45E9-9576-CA396E4599B4}" srcOrd="0" destOrd="0" presId="urn:microsoft.com/office/officeart/2018/2/layout/IconCircleList"/>
    <dgm:cxn modelId="{DE027687-692F-48AB-AAA2-F12C1BBBC20C}" type="presOf" srcId="{79013D1D-FDF2-4751-8F8E-E212BD44C07F}" destId="{0A56C068-C2E0-4455-B64C-6B0076DD3004}" srcOrd="0" destOrd="0" presId="urn:microsoft.com/office/officeart/2018/2/layout/IconCircleList"/>
    <dgm:cxn modelId="{7BB6E497-F10D-4A9A-9D33-25082FCC640E}" srcId="{79013D1D-FDF2-4751-8F8E-E212BD44C07F}" destId="{02010D7B-891B-4EEA-91D2-8E9D4E33A9E2}" srcOrd="0" destOrd="0" parTransId="{5EBD3779-433C-4AFE-B245-A8A7E5B5329D}" sibTransId="{35D5D1C0-2C0F-4587-A26E-DDE8FB80817B}"/>
    <dgm:cxn modelId="{9FA273A5-CDAD-4F76-87AD-0DAEDF91C9D6}" type="presOf" srcId="{35D5D1C0-2C0F-4587-A26E-DDE8FB80817B}" destId="{6FE5B102-9E49-452F-BE6C-69C54AB52FA8}" srcOrd="0" destOrd="0" presId="urn:microsoft.com/office/officeart/2018/2/layout/IconCircleList"/>
    <dgm:cxn modelId="{587912BB-A5F0-4E8F-8AD4-73A8373C3F2B}" srcId="{79013D1D-FDF2-4751-8F8E-E212BD44C07F}" destId="{56AD5782-A7DA-4313-8E1B-3C75BA9E7A53}" srcOrd="3" destOrd="0" parTransId="{918EFA69-AD69-4128-BF05-CBB582B8080F}" sibTransId="{F0C44A1E-2739-49DE-B4F8-0A64E9F10B98}"/>
    <dgm:cxn modelId="{1665D7D4-93C3-411E-A425-B1988A1A303A}" type="presOf" srcId="{B5E68909-84D5-4FD8-9DB4-2D2C6EE1E285}" destId="{DE6C779A-63D9-45BA-8B5C-7E31A8AACC0F}" srcOrd="0" destOrd="0" presId="urn:microsoft.com/office/officeart/2018/2/layout/IconCircleList"/>
    <dgm:cxn modelId="{3ED28BF7-0E7D-4E79-8634-CFCEAC40B185}" type="presOf" srcId="{56AD5782-A7DA-4313-8E1B-3C75BA9E7A53}" destId="{FB9D4960-6393-4F9B-AA1E-0A6206374293}" srcOrd="0" destOrd="0" presId="urn:microsoft.com/office/officeart/2018/2/layout/IconCircleList"/>
    <dgm:cxn modelId="{062BB8F9-8D9D-432E-93C2-D335B136B609}" type="presParOf" srcId="{0A56C068-C2E0-4455-B64C-6B0076DD3004}" destId="{A3D0F8B4-C537-41B2-96CB-BDE82F5FCDBB}" srcOrd="0" destOrd="0" presId="urn:microsoft.com/office/officeart/2018/2/layout/IconCircleList"/>
    <dgm:cxn modelId="{04FD4C02-3907-41DC-8FD6-43D939E48A8F}" type="presParOf" srcId="{A3D0F8B4-C537-41B2-96CB-BDE82F5FCDBB}" destId="{894DA739-2839-459C-A8C3-24BCF0EAC9ED}" srcOrd="0" destOrd="0" presId="urn:microsoft.com/office/officeart/2018/2/layout/IconCircleList"/>
    <dgm:cxn modelId="{9AFE0AB3-B80F-4364-8D16-5B8B6224BE5E}" type="presParOf" srcId="{894DA739-2839-459C-A8C3-24BCF0EAC9ED}" destId="{9246702E-1F4E-42E1-AC06-14F4CA5D4611}" srcOrd="0" destOrd="0" presId="urn:microsoft.com/office/officeart/2018/2/layout/IconCircleList"/>
    <dgm:cxn modelId="{B9E12989-DCAB-4B0E-A232-CC125ED1CF52}" type="presParOf" srcId="{894DA739-2839-459C-A8C3-24BCF0EAC9ED}" destId="{42172658-187A-4202-9EE1-0B1B7576A8AA}" srcOrd="1" destOrd="0" presId="urn:microsoft.com/office/officeart/2018/2/layout/IconCircleList"/>
    <dgm:cxn modelId="{D5FD3249-EC72-41A2-A914-8AF91FF23299}" type="presParOf" srcId="{894DA739-2839-459C-A8C3-24BCF0EAC9ED}" destId="{55282FAD-F4BB-43FC-8DB2-A9C76BF03B02}" srcOrd="2" destOrd="0" presId="urn:microsoft.com/office/officeart/2018/2/layout/IconCircleList"/>
    <dgm:cxn modelId="{0BC884DC-A996-46A8-A07C-0DFCB780693E}" type="presParOf" srcId="{894DA739-2839-459C-A8C3-24BCF0EAC9ED}" destId="{BBE5A09A-FC07-4E5C-8073-499A6A0B7715}" srcOrd="3" destOrd="0" presId="urn:microsoft.com/office/officeart/2018/2/layout/IconCircleList"/>
    <dgm:cxn modelId="{DC09DB59-C577-462E-8F66-D30F1754FB32}" type="presParOf" srcId="{A3D0F8B4-C537-41B2-96CB-BDE82F5FCDBB}" destId="{6FE5B102-9E49-452F-BE6C-69C54AB52FA8}" srcOrd="1" destOrd="0" presId="urn:microsoft.com/office/officeart/2018/2/layout/IconCircleList"/>
    <dgm:cxn modelId="{F47DD74E-CA35-484C-88BD-D2B12F10107C}" type="presParOf" srcId="{A3D0F8B4-C537-41B2-96CB-BDE82F5FCDBB}" destId="{1A25A842-033F-41C5-B17F-CB48DC1EEEF8}" srcOrd="2" destOrd="0" presId="urn:microsoft.com/office/officeart/2018/2/layout/IconCircleList"/>
    <dgm:cxn modelId="{92D79C61-A17C-4110-87BD-FC19A60D5502}" type="presParOf" srcId="{1A25A842-033F-41C5-B17F-CB48DC1EEEF8}" destId="{9620147B-8B91-43BA-84A8-E4B45D31949D}" srcOrd="0" destOrd="0" presId="urn:microsoft.com/office/officeart/2018/2/layout/IconCircleList"/>
    <dgm:cxn modelId="{7204F21C-5CAD-47C5-BF0E-A98FB6293627}" type="presParOf" srcId="{1A25A842-033F-41C5-B17F-CB48DC1EEEF8}" destId="{3EEE2303-C81F-480C-B91F-04C352D32434}" srcOrd="1" destOrd="0" presId="urn:microsoft.com/office/officeart/2018/2/layout/IconCircleList"/>
    <dgm:cxn modelId="{6DEF8961-4ED5-4684-A656-A6D2DD70A831}" type="presParOf" srcId="{1A25A842-033F-41C5-B17F-CB48DC1EEEF8}" destId="{B3B49A77-CF7A-4E0B-8C3A-24759ADF2229}" srcOrd="2" destOrd="0" presId="urn:microsoft.com/office/officeart/2018/2/layout/IconCircleList"/>
    <dgm:cxn modelId="{6C65CFC1-BB17-4A3A-A4F2-C28B8E456AC6}" type="presParOf" srcId="{1A25A842-033F-41C5-B17F-CB48DC1EEEF8}" destId="{4CB63DDF-21E4-45E9-9576-CA396E4599B4}" srcOrd="3" destOrd="0" presId="urn:microsoft.com/office/officeart/2018/2/layout/IconCircleList"/>
    <dgm:cxn modelId="{51F32343-842B-41AB-846E-4F2E6F9B7E88}" type="presParOf" srcId="{A3D0F8B4-C537-41B2-96CB-BDE82F5FCDBB}" destId="{3C4019C3-4A89-4237-BE9D-1F96D7A15817}" srcOrd="3" destOrd="0" presId="urn:microsoft.com/office/officeart/2018/2/layout/IconCircleList"/>
    <dgm:cxn modelId="{7818B9EE-CCDA-4660-964A-B8DBEA0B5CD9}" type="presParOf" srcId="{A3D0F8B4-C537-41B2-96CB-BDE82F5FCDBB}" destId="{DB2686E9-4CA1-4ED3-9CF2-9EA8C4579A6D}" srcOrd="4" destOrd="0" presId="urn:microsoft.com/office/officeart/2018/2/layout/IconCircleList"/>
    <dgm:cxn modelId="{FCF812C3-1864-4A0B-B62A-CDDBAD75E50F}" type="presParOf" srcId="{DB2686E9-4CA1-4ED3-9CF2-9EA8C4579A6D}" destId="{E2186583-D59A-41FB-9C60-E61EB8610828}" srcOrd="0" destOrd="0" presId="urn:microsoft.com/office/officeart/2018/2/layout/IconCircleList"/>
    <dgm:cxn modelId="{D1898F53-EF0B-40FD-B6D0-0472A03255D7}" type="presParOf" srcId="{DB2686E9-4CA1-4ED3-9CF2-9EA8C4579A6D}" destId="{DBD33F1D-5F20-43DB-90E9-B01C7685BDB6}" srcOrd="1" destOrd="0" presId="urn:microsoft.com/office/officeart/2018/2/layout/IconCircleList"/>
    <dgm:cxn modelId="{A283DF32-F807-416A-A63A-C16C02C2C270}" type="presParOf" srcId="{DB2686E9-4CA1-4ED3-9CF2-9EA8C4579A6D}" destId="{0CC9F7A9-F71D-4660-8446-221FBBD4D7AA}" srcOrd="2" destOrd="0" presId="urn:microsoft.com/office/officeart/2018/2/layout/IconCircleList"/>
    <dgm:cxn modelId="{BDAFD9F0-6E36-4F5D-A3DC-E1D9BB1AA21C}" type="presParOf" srcId="{DB2686E9-4CA1-4ED3-9CF2-9EA8C4579A6D}" destId="{DE6C779A-63D9-45BA-8B5C-7E31A8AACC0F}" srcOrd="3" destOrd="0" presId="urn:microsoft.com/office/officeart/2018/2/layout/IconCircleList"/>
    <dgm:cxn modelId="{9ACE3D89-141E-49D6-ADC7-56FEC91A7025}" type="presParOf" srcId="{A3D0F8B4-C537-41B2-96CB-BDE82F5FCDBB}" destId="{8E858B46-CE09-4400-844A-F0DA2D61B2C6}" srcOrd="5" destOrd="0" presId="urn:microsoft.com/office/officeart/2018/2/layout/IconCircleList"/>
    <dgm:cxn modelId="{0D23D593-3E0A-4833-BF48-C410B38399B7}" type="presParOf" srcId="{A3D0F8B4-C537-41B2-96CB-BDE82F5FCDBB}" destId="{C9D47AD0-E5FD-438E-8939-D74BF449EA98}" srcOrd="6" destOrd="0" presId="urn:microsoft.com/office/officeart/2018/2/layout/IconCircleList"/>
    <dgm:cxn modelId="{42AB90A5-0109-48EC-A4D1-3E2B0AC0D741}" type="presParOf" srcId="{C9D47AD0-E5FD-438E-8939-D74BF449EA98}" destId="{EB22BA80-CD77-4526-9D76-882D1819B004}" srcOrd="0" destOrd="0" presId="urn:microsoft.com/office/officeart/2018/2/layout/IconCircleList"/>
    <dgm:cxn modelId="{B7011A29-85BB-4A5A-9044-7838EB555CBA}" type="presParOf" srcId="{C9D47AD0-E5FD-438E-8939-D74BF449EA98}" destId="{98E03EAD-96C3-45F2-9998-DA0772556C8B}" srcOrd="1" destOrd="0" presId="urn:microsoft.com/office/officeart/2018/2/layout/IconCircleList"/>
    <dgm:cxn modelId="{898E69FA-CF95-474C-9B89-581078EDA43E}" type="presParOf" srcId="{C9D47AD0-E5FD-438E-8939-D74BF449EA98}" destId="{BD4C31D9-6D84-4926-9F12-6487C74AD130}" srcOrd="2" destOrd="0" presId="urn:microsoft.com/office/officeart/2018/2/layout/IconCircleList"/>
    <dgm:cxn modelId="{27A978D2-8CF9-4B4E-9A9B-F9C087F39067}" type="presParOf" srcId="{C9D47AD0-E5FD-438E-8939-D74BF449EA98}" destId="{FB9D4960-6393-4F9B-AA1E-0A620637429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245E8-6217-4052-A970-5AF6FBB9F91E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FD4E0-DBA3-464F-928A-279C0D96E086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/>
            <a:t>Ações planejadas pelo Estado</a:t>
          </a:r>
          <a:endParaRPr lang="en-US" sz="3700" kern="1200"/>
        </a:p>
      </dsp:txBody>
      <dsp:txXfrm>
        <a:off x="0" y="2700"/>
        <a:ext cx="6291714" cy="1841777"/>
      </dsp:txXfrm>
    </dsp:sp>
    <dsp:sp modelId="{6300CD06-CC52-48EE-9F93-CDA94823A83F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6FBAF-052F-4E5F-9351-6D804A9C007F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/>
            <a:t>Programas e iniciativas voltados para necessidades sociais</a:t>
          </a:r>
          <a:endParaRPr lang="en-US" sz="3700" kern="1200"/>
        </a:p>
      </dsp:txBody>
      <dsp:txXfrm>
        <a:off x="0" y="1844478"/>
        <a:ext cx="6291714" cy="1841777"/>
      </dsp:txXfrm>
    </dsp:sp>
    <dsp:sp modelId="{4BA04301-562A-42EA-8A8A-B80FFC34E76C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E24D1-FC80-41D3-90E7-720D9E1ACC0D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/>
            <a:t>Instrumentos para gerar inclusão, trabalho e renda.</a:t>
          </a:r>
          <a:endParaRPr lang="en-US" sz="3700" kern="1200"/>
        </a:p>
      </dsp:txBody>
      <dsp:txXfrm>
        <a:off x="0" y="3686256"/>
        <a:ext cx="6291714" cy="18417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7FCFB-9FA4-43C8-82D8-75403E907300}">
      <dsp:nvSpPr>
        <dsp:cNvPr id="0" name=""/>
        <dsp:cNvSpPr/>
      </dsp:nvSpPr>
      <dsp:spPr>
        <a:xfrm>
          <a:off x="371445" y="0"/>
          <a:ext cx="5560839" cy="5560839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8979F-EAF6-42BE-B716-230239F77F54}">
      <dsp:nvSpPr>
        <dsp:cNvPr id="0" name=""/>
        <dsp:cNvSpPr/>
      </dsp:nvSpPr>
      <dsp:spPr>
        <a:xfrm>
          <a:off x="899724" y="528279"/>
          <a:ext cx="2168727" cy="21687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Programas de qualificação profissional</a:t>
          </a:r>
          <a:endParaRPr lang="en-US" sz="2400" kern="1200"/>
        </a:p>
      </dsp:txBody>
      <dsp:txXfrm>
        <a:off x="1005593" y="634148"/>
        <a:ext cx="1956989" cy="1956989"/>
      </dsp:txXfrm>
    </dsp:sp>
    <dsp:sp modelId="{7DB3F8E0-57D3-475D-9774-D078B457684B}">
      <dsp:nvSpPr>
        <dsp:cNvPr id="0" name=""/>
        <dsp:cNvSpPr/>
      </dsp:nvSpPr>
      <dsp:spPr>
        <a:xfrm>
          <a:off x="3235277" y="528279"/>
          <a:ext cx="2168727" cy="216872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Crédito para pequenos negócios</a:t>
          </a:r>
          <a:endParaRPr lang="en-US" sz="2400" kern="1200"/>
        </a:p>
      </dsp:txBody>
      <dsp:txXfrm>
        <a:off x="3341146" y="634148"/>
        <a:ext cx="1956989" cy="1956989"/>
      </dsp:txXfrm>
    </dsp:sp>
    <dsp:sp modelId="{6EFFEE2B-5C7F-4123-9310-638C63DAB01E}">
      <dsp:nvSpPr>
        <dsp:cNvPr id="0" name=""/>
        <dsp:cNvSpPr/>
      </dsp:nvSpPr>
      <dsp:spPr>
        <a:xfrm>
          <a:off x="899724" y="2863832"/>
          <a:ext cx="2168727" cy="216872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Incentivos à formalização</a:t>
          </a:r>
          <a:endParaRPr lang="en-US" sz="2400" kern="1200"/>
        </a:p>
      </dsp:txBody>
      <dsp:txXfrm>
        <a:off x="1005593" y="2969701"/>
        <a:ext cx="1956989" cy="1956989"/>
      </dsp:txXfrm>
    </dsp:sp>
    <dsp:sp modelId="{8F8C7B3F-E54D-40E9-9191-D507B80B5FFF}">
      <dsp:nvSpPr>
        <dsp:cNvPr id="0" name=""/>
        <dsp:cNvSpPr/>
      </dsp:nvSpPr>
      <dsp:spPr>
        <a:xfrm>
          <a:off x="3235277" y="2863832"/>
          <a:ext cx="2168727" cy="21687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Programas de economia solidária.</a:t>
          </a:r>
          <a:endParaRPr lang="en-US" sz="2400" kern="1200"/>
        </a:p>
      </dsp:txBody>
      <dsp:txXfrm>
        <a:off x="3341146" y="2969701"/>
        <a:ext cx="1956989" cy="1956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A2C1A-F71E-4F01-9A26-16AF91D5C8E2}">
      <dsp:nvSpPr>
        <dsp:cNvPr id="0" name=""/>
        <dsp:cNvSpPr/>
      </dsp:nvSpPr>
      <dsp:spPr>
        <a:xfrm>
          <a:off x="0" y="35453"/>
          <a:ext cx="6303729" cy="103808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Geram emprego e renda</a:t>
          </a:r>
          <a:endParaRPr lang="en-US" sz="2600" kern="1200"/>
        </a:p>
      </dsp:txBody>
      <dsp:txXfrm>
        <a:off x="50675" y="86128"/>
        <a:ext cx="6202379" cy="936732"/>
      </dsp:txXfrm>
    </dsp:sp>
    <dsp:sp modelId="{02DC04C9-0236-47CE-9386-17360D2AD6A7}">
      <dsp:nvSpPr>
        <dsp:cNvPr id="0" name=""/>
        <dsp:cNvSpPr/>
      </dsp:nvSpPr>
      <dsp:spPr>
        <a:xfrm>
          <a:off x="0" y="1148415"/>
          <a:ext cx="6303729" cy="1038082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Movimentam a economia local</a:t>
          </a:r>
          <a:endParaRPr lang="en-US" sz="2600" kern="1200"/>
        </a:p>
      </dsp:txBody>
      <dsp:txXfrm>
        <a:off x="50675" y="1199090"/>
        <a:ext cx="6202379" cy="936732"/>
      </dsp:txXfrm>
    </dsp:sp>
    <dsp:sp modelId="{03F4A101-DAF3-4198-9637-F48D7E0344F8}">
      <dsp:nvSpPr>
        <dsp:cNvPr id="0" name=""/>
        <dsp:cNvSpPr/>
      </dsp:nvSpPr>
      <dsp:spPr>
        <a:xfrm>
          <a:off x="0" y="2261378"/>
          <a:ext cx="6303729" cy="1038082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Criam oportunidades em bairros e comunidades</a:t>
          </a:r>
          <a:endParaRPr lang="en-US" sz="2600" kern="1200"/>
        </a:p>
      </dsp:txBody>
      <dsp:txXfrm>
        <a:off x="50675" y="2312053"/>
        <a:ext cx="6202379" cy="936732"/>
      </dsp:txXfrm>
    </dsp:sp>
    <dsp:sp modelId="{454A2BB8-E707-4509-9F81-B54E3DB986FF}">
      <dsp:nvSpPr>
        <dsp:cNvPr id="0" name=""/>
        <dsp:cNvSpPr/>
      </dsp:nvSpPr>
      <dsp:spPr>
        <a:xfrm>
          <a:off x="0" y="3374340"/>
          <a:ext cx="6303729" cy="1038082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Favorecem autonomia financeira</a:t>
          </a:r>
          <a:endParaRPr lang="en-US" sz="2600" kern="1200"/>
        </a:p>
      </dsp:txBody>
      <dsp:txXfrm>
        <a:off x="50675" y="3425015"/>
        <a:ext cx="6202379" cy="936732"/>
      </dsp:txXfrm>
    </dsp:sp>
    <dsp:sp modelId="{49046531-D72B-4846-B2B6-2F9B84AFC582}">
      <dsp:nvSpPr>
        <dsp:cNvPr id="0" name=""/>
        <dsp:cNvSpPr/>
      </dsp:nvSpPr>
      <dsp:spPr>
        <a:xfrm>
          <a:off x="0" y="4487303"/>
          <a:ext cx="6303729" cy="103808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Reduzem desigualdades sociais.</a:t>
          </a:r>
          <a:endParaRPr lang="en-US" sz="2600" kern="1200"/>
        </a:p>
      </dsp:txBody>
      <dsp:txXfrm>
        <a:off x="50675" y="4537978"/>
        <a:ext cx="6202379" cy="9367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E0DCA8-35EC-4CD7-AF55-B1E48727C7A0}">
      <dsp:nvSpPr>
        <dsp:cNvPr id="0" name=""/>
        <dsp:cNvSpPr/>
      </dsp:nvSpPr>
      <dsp:spPr>
        <a:xfrm>
          <a:off x="2964" y="254305"/>
          <a:ext cx="2351960" cy="141117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Atendimento domiciliar</a:t>
          </a:r>
          <a:endParaRPr lang="en-US" sz="2100" kern="1200"/>
        </a:p>
      </dsp:txBody>
      <dsp:txXfrm>
        <a:off x="2964" y="254305"/>
        <a:ext cx="2351960" cy="1411176"/>
      </dsp:txXfrm>
    </dsp:sp>
    <dsp:sp modelId="{DC5794FE-1D6F-422A-AC86-EA9B1B0D3F52}">
      <dsp:nvSpPr>
        <dsp:cNvPr id="0" name=""/>
        <dsp:cNvSpPr/>
      </dsp:nvSpPr>
      <dsp:spPr>
        <a:xfrm>
          <a:off x="2590121" y="254305"/>
          <a:ext cx="2351960" cy="141117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Acompanhamento hospitalar</a:t>
          </a:r>
          <a:endParaRPr lang="en-US" sz="2100" kern="1200"/>
        </a:p>
      </dsp:txBody>
      <dsp:txXfrm>
        <a:off x="2590121" y="254305"/>
        <a:ext cx="2351960" cy="1411176"/>
      </dsp:txXfrm>
    </dsp:sp>
    <dsp:sp modelId="{A8B2E928-44F3-4F85-87CD-1986A4A81765}">
      <dsp:nvSpPr>
        <dsp:cNvPr id="0" name=""/>
        <dsp:cNvSpPr/>
      </dsp:nvSpPr>
      <dsp:spPr>
        <a:xfrm>
          <a:off x="5177278" y="254305"/>
          <a:ext cx="2351960" cy="141117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Cuidados noturnos</a:t>
          </a:r>
          <a:endParaRPr lang="en-US" sz="2100" kern="1200"/>
        </a:p>
      </dsp:txBody>
      <dsp:txXfrm>
        <a:off x="5177278" y="254305"/>
        <a:ext cx="2351960" cy="1411176"/>
      </dsp:txXfrm>
    </dsp:sp>
    <dsp:sp modelId="{454FA87D-E915-435B-8FAA-182897766BDE}">
      <dsp:nvSpPr>
        <dsp:cNvPr id="0" name=""/>
        <dsp:cNvSpPr/>
      </dsp:nvSpPr>
      <dsp:spPr>
        <a:xfrm>
          <a:off x="7764434" y="254305"/>
          <a:ext cx="2351960" cy="141117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Cuidados temporários</a:t>
          </a:r>
          <a:endParaRPr lang="en-US" sz="2100" kern="1200"/>
        </a:p>
      </dsp:txBody>
      <dsp:txXfrm>
        <a:off x="7764434" y="254305"/>
        <a:ext cx="2351960" cy="1411176"/>
      </dsp:txXfrm>
    </dsp:sp>
    <dsp:sp modelId="{1F13E98F-6A6D-460C-9322-D8BA2BB98B93}">
      <dsp:nvSpPr>
        <dsp:cNvPr id="0" name=""/>
        <dsp:cNvSpPr/>
      </dsp:nvSpPr>
      <dsp:spPr>
        <a:xfrm>
          <a:off x="2964" y="1900678"/>
          <a:ext cx="2351960" cy="141117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Apoio às famílias</a:t>
          </a:r>
          <a:endParaRPr lang="en-US" sz="2100" kern="1200"/>
        </a:p>
      </dsp:txBody>
      <dsp:txXfrm>
        <a:off x="2964" y="1900678"/>
        <a:ext cx="2351960" cy="1411176"/>
      </dsp:txXfrm>
    </dsp:sp>
    <dsp:sp modelId="{25C04954-7394-427E-9121-2E9AFB870879}">
      <dsp:nvSpPr>
        <dsp:cNvPr id="0" name=""/>
        <dsp:cNvSpPr/>
      </dsp:nvSpPr>
      <dsp:spPr>
        <a:xfrm>
          <a:off x="2590121" y="1900678"/>
          <a:ext cx="2351960" cy="141117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Serviços de companhia</a:t>
          </a:r>
          <a:endParaRPr lang="en-US" sz="2100" kern="1200"/>
        </a:p>
      </dsp:txBody>
      <dsp:txXfrm>
        <a:off x="2590121" y="1900678"/>
        <a:ext cx="2351960" cy="1411176"/>
      </dsp:txXfrm>
    </dsp:sp>
    <dsp:sp modelId="{5C85CCBD-8B22-47F2-A218-8F4AF2FD4D11}">
      <dsp:nvSpPr>
        <dsp:cNvPr id="0" name=""/>
        <dsp:cNvSpPr/>
      </dsp:nvSpPr>
      <dsp:spPr>
        <a:xfrm>
          <a:off x="5177278" y="1900678"/>
          <a:ext cx="2351960" cy="141117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Organização de rotina e medicação</a:t>
          </a:r>
          <a:endParaRPr lang="en-US" sz="2100" kern="1200"/>
        </a:p>
      </dsp:txBody>
      <dsp:txXfrm>
        <a:off x="5177278" y="1900678"/>
        <a:ext cx="2351960" cy="1411176"/>
      </dsp:txXfrm>
    </dsp:sp>
    <dsp:sp modelId="{5C6AC70B-8DA4-42B7-8D6F-C1D38BE3A2B9}">
      <dsp:nvSpPr>
        <dsp:cNvPr id="0" name=""/>
        <dsp:cNvSpPr/>
      </dsp:nvSpPr>
      <dsp:spPr>
        <a:xfrm>
          <a:off x="7764434" y="1900678"/>
          <a:ext cx="2351960" cy="141117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Equipes de cuidadores.</a:t>
          </a:r>
          <a:endParaRPr lang="en-US" sz="2100" kern="1200"/>
        </a:p>
      </dsp:txBody>
      <dsp:txXfrm>
        <a:off x="7764434" y="1900678"/>
        <a:ext cx="2351960" cy="14111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55AE7-B617-4EFF-847C-5C618BE19D55}">
      <dsp:nvSpPr>
        <dsp:cNvPr id="0" name=""/>
        <dsp:cNvSpPr/>
      </dsp:nvSpPr>
      <dsp:spPr>
        <a:xfrm>
          <a:off x="1487700" y="324323"/>
          <a:ext cx="4586153" cy="4586153"/>
        </a:xfrm>
        <a:prstGeom prst="pie">
          <a:avLst>
            <a:gd name="adj1" fmla="val 16200000"/>
            <a:gd name="adj2" fmla="val 19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Falta de informação</a:t>
          </a:r>
          <a:endParaRPr lang="en-US" sz="1500" kern="1200"/>
        </a:p>
      </dsp:txBody>
      <dsp:txXfrm>
        <a:off x="3889971" y="910150"/>
        <a:ext cx="1201135" cy="928150"/>
      </dsp:txXfrm>
    </dsp:sp>
    <dsp:sp modelId="{1222FBE2-A499-40B0-B0B4-8B25B36D7045}">
      <dsp:nvSpPr>
        <dsp:cNvPr id="0" name=""/>
        <dsp:cNvSpPr/>
      </dsp:nvSpPr>
      <dsp:spPr>
        <a:xfrm>
          <a:off x="1542297" y="418776"/>
          <a:ext cx="4586153" cy="4586153"/>
        </a:xfrm>
        <a:prstGeom prst="pie">
          <a:avLst>
            <a:gd name="adj1" fmla="val 19800000"/>
            <a:gd name="adj2" fmla="val 1800000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Baixo acesso ao crédito</a:t>
          </a:r>
          <a:endParaRPr lang="en-US" sz="1500" kern="1200"/>
        </a:p>
      </dsp:txBody>
      <dsp:txXfrm>
        <a:off x="4654330" y="2275076"/>
        <a:ext cx="1255732" cy="900851"/>
      </dsp:txXfrm>
    </dsp:sp>
    <dsp:sp modelId="{0753A4C0-B692-4EC2-96FB-4A351BC4A5B8}">
      <dsp:nvSpPr>
        <dsp:cNvPr id="0" name=""/>
        <dsp:cNvSpPr/>
      </dsp:nvSpPr>
      <dsp:spPr>
        <a:xfrm>
          <a:off x="1487700" y="513229"/>
          <a:ext cx="4586153" cy="4586153"/>
        </a:xfrm>
        <a:prstGeom prst="pie">
          <a:avLst>
            <a:gd name="adj1" fmla="val 1800000"/>
            <a:gd name="adj2" fmla="val 5400000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Informalidade</a:t>
          </a:r>
          <a:endParaRPr lang="en-US" sz="1500" kern="1200"/>
        </a:p>
      </dsp:txBody>
      <dsp:txXfrm>
        <a:off x="3889971" y="3612704"/>
        <a:ext cx="1201135" cy="928150"/>
      </dsp:txXfrm>
    </dsp:sp>
    <dsp:sp modelId="{6A65AE41-AF06-406D-B0E4-8FD38BF615E6}">
      <dsp:nvSpPr>
        <dsp:cNvPr id="0" name=""/>
        <dsp:cNvSpPr/>
      </dsp:nvSpPr>
      <dsp:spPr>
        <a:xfrm>
          <a:off x="1378506" y="513229"/>
          <a:ext cx="4586153" cy="4586153"/>
        </a:xfrm>
        <a:prstGeom prst="pie">
          <a:avLst>
            <a:gd name="adj1" fmla="val 5400000"/>
            <a:gd name="adj2" fmla="val 9000000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Dificuldade de divulgação</a:t>
          </a:r>
          <a:endParaRPr lang="en-US" sz="1500" kern="1200"/>
        </a:p>
      </dsp:txBody>
      <dsp:txXfrm>
        <a:off x="2361253" y="3612704"/>
        <a:ext cx="1201135" cy="928150"/>
      </dsp:txXfrm>
    </dsp:sp>
    <dsp:sp modelId="{4FE8CC38-6224-4D34-8FE3-AC6F5A0EE83A}">
      <dsp:nvSpPr>
        <dsp:cNvPr id="0" name=""/>
        <dsp:cNvSpPr/>
      </dsp:nvSpPr>
      <dsp:spPr>
        <a:xfrm>
          <a:off x="1323909" y="418776"/>
          <a:ext cx="4586153" cy="4586153"/>
        </a:xfrm>
        <a:prstGeom prst="pie">
          <a:avLst>
            <a:gd name="adj1" fmla="val 9000000"/>
            <a:gd name="adj2" fmla="val 12600000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Ausência de planejamento financeiro</a:t>
          </a:r>
          <a:endParaRPr lang="en-US" sz="1500" kern="1200"/>
        </a:p>
      </dsp:txBody>
      <dsp:txXfrm>
        <a:off x="1542297" y="2275076"/>
        <a:ext cx="1255732" cy="900851"/>
      </dsp:txXfrm>
    </dsp:sp>
    <dsp:sp modelId="{4FD35E97-6AFF-4681-BFD4-EA4F289B07E6}">
      <dsp:nvSpPr>
        <dsp:cNvPr id="0" name=""/>
        <dsp:cNvSpPr/>
      </dsp:nvSpPr>
      <dsp:spPr>
        <a:xfrm>
          <a:off x="1378506" y="324323"/>
          <a:ext cx="4586153" cy="4586153"/>
        </a:xfrm>
        <a:prstGeom prst="pie">
          <a:avLst>
            <a:gd name="adj1" fmla="val 12600000"/>
            <a:gd name="adj2" fmla="val 1620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Falta de capacitação em gestão.</a:t>
          </a:r>
          <a:endParaRPr lang="en-US" sz="1500" kern="1200"/>
        </a:p>
      </dsp:txBody>
      <dsp:txXfrm>
        <a:off x="2361253" y="910150"/>
        <a:ext cx="1201135" cy="928150"/>
      </dsp:txXfrm>
    </dsp:sp>
    <dsp:sp modelId="{BD350F0B-2E66-4F8C-A1AD-8FC47BEE14AA}">
      <dsp:nvSpPr>
        <dsp:cNvPr id="0" name=""/>
        <dsp:cNvSpPr/>
      </dsp:nvSpPr>
      <dsp:spPr>
        <a:xfrm>
          <a:off x="1203628" y="40418"/>
          <a:ext cx="5153962" cy="5153962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AA553-9E5A-479E-8C3D-81EA5DB60785}">
      <dsp:nvSpPr>
        <dsp:cNvPr id="0" name=""/>
        <dsp:cNvSpPr/>
      </dsp:nvSpPr>
      <dsp:spPr>
        <a:xfrm>
          <a:off x="1258225" y="134871"/>
          <a:ext cx="5153962" cy="5153962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36EDA-E584-48FB-B36E-830A4E306276}">
      <dsp:nvSpPr>
        <dsp:cNvPr id="0" name=""/>
        <dsp:cNvSpPr/>
      </dsp:nvSpPr>
      <dsp:spPr>
        <a:xfrm>
          <a:off x="1203628" y="229324"/>
          <a:ext cx="5153962" cy="5153962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6B633-A156-4241-AA61-0A53C8385B2A}">
      <dsp:nvSpPr>
        <dsp:cNvPr id="0" name=""/>
        <dsp:cNvSpPr/>
      </dsp:nvSpPr>
      <dsp:spPr>
        <a:xfrm>
          <a:off x="1094769" y="229324"/>
          <a:ext cx="5153962" cy="5153962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F9F-EA4A-4351-B113-33AD19A0981F}">
      <dsp:nvSpPr>
        <dsp:cNvPr id="0" name=""/>
        <dsp:cNvSpPr/>
      </dsp:nvSpPr>
      <dsp:spPr>
        <a:xfrm>
          <a:off x="1040172" y="134871"/>
          <a:ext cx="5153962" cy="5153962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E8ADF-F3F5-4668-A919-82CAAD0F933D}">
      <dsp:nvSpPr>
        <dsp:cNvPr id="0" name=""/>
        <dsp:cNvSpPr/>
      </dsp:nvSpPr>
      <dsp:spPr>
        <a:xfrm>
          <a:off x="1094769" y="40418"/>
          <a:ext cx="5153962" cy="5153962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5B0C3-A994-420D-A15C-95C194D1BB0F}">
      <dsp:nvSpPr>
        <dsp:cNvPr id="0" name=""/>
        <dsp:cNvSpPr/>
      </dsp:nvSpPr>
      <dsp:spPr>
        <a:xfrm>
          <a:off x="0" y="611660"/>
          <a:ext cx="2156410" cy="12938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SEBRAE</a:t>
          </a:r>
          <a:endParaRPr lang="en-US" sz="2600" kern="1200"/>
        </a:p>
      </dsp:txBody>
      <dsp:txXfrm>
        <a:off x="0" y="611660"/>
        <a:ext cx="2156410" cy="1293846"/>
      </dsp:txXfrm>
    </dsp:sp>
    <dsp:sp modelId="{1D64098A-520D-4E47-BB4B-15325584DF2E}">
      <dsp:nvSpPr>
        <dsp:cNvPr id="0" name=""/>
        <dsp:cNvSpPr/>
      </dsp:nvSpPr>
      <dsp:spPr>
        <a:xfrm>
          <a:off x="2372051" y="611660"/>
          <a:ext cx="2156410" cy="12938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SENAC</a:t>
          </a:r>
          <a:endParaRPr lang="en-US" sz="2600" kern="1200"/>
        </a:p>
      </dsp:txBody>
      <dsp:txXfrm>
        <a:off x="2372051" y="611660"/>
        <a:ext cx="2156410" cy="1293846"/>
      </dsp:txXfrm>
    </dsp:sp>
    <dsp:sp modelId="{9A03DADA-0EA8-4E29-A101-967F47855B91}">
      <dsp:nvSpPr>
        <dsp:cNvPr id="0" name=""/>
        <dsp:cNvSpPr/>
      </dsp:nvSpPr>
      <dsp:spPr>
        <a:xfrm>
          <a:off x="4744102" y="611660"/>
          <a:ext cx="2156410" cy="12938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Prefeituras</a:t>
          </a:r>
          <a:endParaRPr lang="en-US" sz="2600" kern="1200"/>
        </a:p>
      </dsp:txBody>
      <dsp:txXfrm>
        <a:off x="4744102" y="611660"/>
        <a:ext cx="2156410" cy="1293846"/>
      </dsp:txXfrm>
    </dsp:sp>
    <dsp:sp modelId="{3A56E68E-AD42-4A7B-B298-D4876EA3DB54}">
      <dsp:nvSpPr>
        <dsp:cNvPr id="0" name=""/>
        <dsp:cNvSpPr/>
      </dsp:nvSpPr>
      <dsp:spPr>
        <a:xfrm>
          <a:off x="0" y="2121147"/>
          <a:ext cx="2156410" cy="12938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Bancos</a:t>
          </a:r>
          <a:endParaRPr lang="en-US" sz="2600" kern="1200"/>
        </a:p>
      </dsp:txBody>
      <dsp:txXfrm>
        <a:off x="0" y="2121147"/>
        <a:ext cx="2156410" cy="1293846"/>
      </dsp:txXfrm>
    </dsp:sp>
    <dsp:sp modelId="{1E8CEF48-7D37-4F32-809B-0B902B7BAA68}">
      <dsp:nvSpPr>
        <dsp:cNvPr id="0" name=""/>
        <dsp:cNvSpPr/>
      </dsp:nvSpPr>
      <dsp:spPr>
        <a:xfrm>
          <a:off x="2372051" y="2121147"/>
          <a:ext cx="2156410" cy="12938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Cooperativas de crédito</a:t>
          </a:r>
          <a:endParaRPr lang="en-US" sz="2600" kern="1200"/>
        </a:p>
      </dsp:txBody>
      <dsp:txXfrm>
        <a:off x="2372051" y="2121147"/>
        <a:ext cx="2156410" cy="1293846"/>
      </dsp:txXfrm>
    </dsp:sp>
    <dsp:sp modelId="{17CC622E-AFDC-467A-9D88-AFEF0189552B}">
      <dsp:nvSpPr>
        <dsp:cNvPr id="0" name=""/>
        <dsp:cNvSpPr/>
      </dsp:nvSpPr>
      <dsp:spPr>
        <a:xfrm>
          <a:off x="4744102" y="2121147"/>
          <a:ext cx="2156410" cy="12938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Incubadoras;</a:t>
          </a:r>
          <a:endParaRPr lang="en-US" sz="2600" kern="1200"/>
        </a:p>
      </dsp:txBody>
      <dsp:txXfrm>
        <a:off x="4744102" y="2121147"/>
        <a:ext cx="2156410" cy="1293846"/>
      </dsp:txXfrm>
    </dsp:sp>
    <dsp:sp modelId="{FBB73E44-1D8E-4302-89DA-6C55DD972420}">
      <dsp:nvSpPr>
        <dsp:cNvPr id="0" name=""/>
        <dsp:cNvSpPr/>
      </dsp:nvSpPr>
      <dsp:spPr>
        <a:xfrm>
          <a:off x="1186025" y="3630634"/>
          <a:ext cx="2156410" cy="12938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Associações e cooperativas</a:t>
          </a:r>
          <a:endParaRPr lang="en-US" sz="2600" kern="1200"/>
        </a:p>
      </dsp:txBody>
      <dsp:txXfrm>
        <a:off x="1186025" y="3630634"/>
        <a:ext cx="2156410" cy="1293846"/>
      </dsp:txXfrm>
    </dsp:sp>
    <dsp:sp modelId="{867B662D-6B3A-4102-8EC8-F68C868EA15D}">
      <dsp:nvSpPr>
        <dsp:cNvPr id="0" name=""/>
        <dsp:cNvSpPr/>
      </dsp:nvSpPr>
      <dsp:spPr>
        <a:xfrm>
          <a:off x="3558076" y="3630634"/>
          <a:ext cx="2156410" cy="12938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Programas de economia solidária.</a:t>
          </a:r>
          <a:endParaRPr lang="en-US" sz="2600" kern="1200"/>
        </a:p>
      </dsp:txBody>
      <dsp:txXfrm>
        <a:off x="3558076" y="3630634"/>
        <a:ext cx="2156410" cy="12938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4BEE2-3771-4C60-8FF6-079F648FBAB1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7B432-FB0C-4CC1-BE3B-196809120FA0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Cursos</a:t>
          </a:r>
          <a:endParaRPr lang="en-US" sz="3600" kern="1200"/>
        </a:p>
      </dsp:txBody>
      <dsp:txXfrm>
        <a:off x="0" y="675"/>
        <a:ext cx="6900512" cy="790684"/>
      </dsp:txXfrm>
    </dsp:sp>
    <dsp:sp modelId="{1DA09044-798D-48C2-8FB2-BF91012546D2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0B020-B830-49F8-9F88-5D49BD433917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Consultorias</a:t>
          </a:r>
          <a:endParaRPr lang="en-US" sz="3600" kern="1200"/>
        </a:p>
      </dsp:txBody>
      <dsp:txXfrm>
        <a:off x="0" y="791359"/>
        <a:ext cx="6900512" cy="790684"/>
      </dsp:txXfrm>
    </dsp:sp>
    <dsp:sp modelId="{383C6DAC-0EB6-4D34-BA91-E7756B0D2732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D4C04-7C42-4FCE-8513-10A14A9DEBED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Capacitação em gestão</a:t>
          </a:r>
          <a:endParaRPr lang="en-US" sz="3600" kern="1200"/>
        </a:p>
      </dsp:txBody>
      <dsp:txXfrm>
        <a:off x="0" y="1582044"/>
        <a:ext cx="6900512" cy="790684"/>
      </dsp:txXfrm>
    </dsp:sp>
    <dsp:sp modelId="{B96FBA4A-611E-4359-92A9-D8477D72863E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76AAB-2B88-4346-8D6A-2463D8D90397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Apoio à formalização</a:t>
          </a:r>
          <a:endParaRPr lang="en-US" sz="3600" kern="1200"/>
        </a:p>
      </dsp:txBody>
      <dsp:txXfrm>
        <a:off x="0" y="2372728"/>
        <a:ext cx="6900512" cy="790684"/>
      </dsp:txXfrm>
    </dsp:sp>
    <dsp:sp modelId="{2F14F96A-5DD9-46FB-8642-E19AA5649040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891B8-5C8F-494C-874C-3EBFAA42D36B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Orientação financeira</a:t>
          </a:r>
          <a:endParaRPr lang="en-US" sz="3600" kern="1200"/>
        </a:p>
      </dsp:txBody>
      <dsp:txXfrm>
        <a:off x="0" y="3163412"/>
        <a:ext cx="6900512" cy="790684"/>
      </dsp:txXfrm>
    </dsp:sp>
    <dsp:sp modelId="{86F21531-3A27-4AF8-A46E-34E48CF493CD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B0E0D-1F8E-420F-A093-A5770A5BC45B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Marketing e vendas</a:t>
          </a:r>
          <a:endParaRPr lang="en-US" sz="3600" kern="1200"/>
        </a:p>
      </dsp:txBody>
      <dsp:txXfrm>
        <a:off x="0" y="3954096"/>
        <a:ext cx="6900512" cy="790684"/>
      </dsp:txXfrm>
    </dsp:sp>
    <dsp:sp modelId="{C3D9C16D-3F70-42F5-B480-00B0CB4EC7C2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84662-720B-4F38-B5A6-5A0E120722B1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Planejamento do negócio.</a:t>
          </a:r>
          <a:endParaRPr lang="en-US" sz="3600" kern="1200"/>
        </a:p>
      </dsp:txBody>
      <dsp:txXfrm>
        <a:off x="0" y="4744781"/>
        <a:ext cx="6900512" cy="7906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4BEE2-3771-4C60-8FF6-079F648FBAB1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7B432-FB0C-4CC1-BE3B-196809120FA0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Cursos profissionalizantes</a:t>
          </a:r>
          <a:endParaRPr lang="en-US" sz="3100" kern="1200" dirty="0"/>
        </a:p>
      </dsp:txBody>
      <dsp:txXfrm>
        <a:off x="0" y="675"/>
        <a:ext cx="6900512" cy="1106957"/>
      </dsp:txXfrm>
    </dsp:sp>
    <dsp:sp modelId="{1DA09044-798D-48C2-8FB2-BF91012546D2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0B020-B830-49F8-9F88-5D49BD433917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Atualização profissional</a:t>
          </a:r>
          <a:endParaRPr lang="en-US" sz="3100" kern="1200" dirty="0"/>
        </a:p>
      </dsp:txBody>
      <dsp:txXfrm>
        <a:off x="0" y="1107633"/>
        <a:ext cx="6900512" cy="1106957"/>
      </dsp:txXfrm>
    </dsp:sp>
    <dsp:sp modelId="{383C6DAC-0EB6-4D34-BA91-E7756B0D2732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D4C04-7C42-4FCE-8513-10A14A9DEBED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Desenvolvimento de habilidades técnicas</a:t>
          </a:r>
          <a:endParaRPr lang="en-US" sz="3100" kern="1200" dirty="0"/>
        </a:p>
      </dsp:txBody>
      <dsp:txXfrm>
        <a:off x="0" y="2214591"/>
        <a:ext cx="6900512" cy="1106957"/>
      </dsp:txXfrm>
    </dsp:sp>
    <dsp:sp modelId="{B96FBA4A-611E-4359-92A9-D8477D72863E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76AAB-2B88-4346-8D6A-2463D8D90397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Capacitação em atendimento humanizado</a:t>
          </a:r>
          <a:endParaRPr lang="en-US" sz="3100" kern="1200" dirty="0"/>
        </a:p>
      </dsp:txBody>
      <dsp:txXfrm>
        <a:off x="0" y="3321549"/>
        <a:ext cx="6900512" cy="1106957"/>
      </dsp:txXfrm>
    </dsp:sp>
    <dsp:sp modelId="{2F14F96A-5DD9-46FB-8642-E19AA5649040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891B8-5C8F-494C-874C-3EBFAA42D36B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Formação complementa</a:t>
          </a:r>
          <a:endParaRPr lang="en-US" sz="3100" kern="1200" dirty="0"/>
        </a:p>
      </dsp:txBody>
      <dsp:txXfrm>
        <a:off x="0" y="4428507"/>
        <a:ext cx="6900512" cy="11069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86D39-96CC-49AB-B2C0-DD5E42DD809B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6C2B5-7886-4E5B-B913-D0E81C4B41BE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5EA0B-B393-419C-9D01-F89DF24337FB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Emissão de nota fiscal</a:t>
          </a:r>
          <a:endParaRPr lang="en-US" sz="2200" kern="1200"/>
        </a:p>
      </dsp:txBody>
      <dsp:txXfrm>
        <a:off x="1297085" y="2215"/>
        <a:ext cx="5354167" cy="1123017"/>
      </dsp:txXfrm>
    </dsp:sp>
    <dsp:sp modelId="{6EBE9743-468D-4956-986A-B98D5DE5C900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DCA7B-710F-49AF-AB38-99174EFC6B3D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B438D-3C67-403A-BD71-D834D8ABFCD8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Acesso a crédito</a:t>
          </a:r>
          <a:endParaRPr lang="en-US" sz="2200" kern="1200"/>
        </a:p>
      </dsp:txBody>
      <dsp:txXfrm>
        <a:off x="1297085" y="1405987"/>
        <a:ext cx="5354167" cy="1123017"/>
      </dsp:txXfrm>
    </dsp:sp>
    <dsp:sp modelId="{1426C7FF-A5DE-476A-9B1F-91951D55C572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0908D-3C9D-42AE-AE9B-9BE9CA368D22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CF653-8627-4E86-9CAE-2BCBF5C63493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Contribuição previdenciária</a:t>
          </a:r>
          <a:endParaRPr lang="en-US" sz="2200" kern="1200"/>
        </a:p>
      </dsp:txBody>
      <dsp:txXfrm>
        <a:off x="1297085" y="2809759"/>
        <a:ext cx="5354167" cy="1123017"/>
      </dsp:txXfrm>
    </dsp:sp>
    <dsp:sp modelId="{75A7960C-CB08-42C6-A9D3-42D85BFB795A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DFFBC-B2BA-41F7-BD8A-1E4B5432E348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B000B-07CE-4213-9483-C5124CB506CE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Maior credibilidade;Possibilidade de crescer.</a:t>
          </a:r>
          <a:endParaRPr lang="en-US" sz="2200" kern="1200"/>
        </a:p>
      </dsp:txBody>
      <dsp:txXfrm>
        <a:off x="1297085" y="4213530"/>
        <a:ext cx="5354167" cy="11230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A3D9B-6B13-4AB3-A077-8226FDDB03F1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E586D-9FB7-41DA-866A-28B7A0B1AFF1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MEI (quando permitido pela atividade)</a:t>
          </a:r>
          <a:endParaRPr lang="en-US" sz="2300" kern="1200"/>
        </a:p>
      </dsp:txBody>
      <dsp:txXfrm>
        <a:off x="284635" y="1070626"/>
        <a:ext cx="2090204" cy="1297804"/>
      </dsp:txXfrm>
    </dsp:sp>
    <dsp:sp modelId="{D9700294-464D-4DE1-AD58-0179F9CDB8A6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D5B77-1728-470C-90CF-7C70520108D9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Microempresa</a:t>
          </a:r>
          <a:endParaRPr lang="en-US" sz="2300" kern="1200"/>
        </a:p>
      </dsp:txBody>
      <dsp:txXfrm>
        <a:off x="2938029" y="1070626"/>
        <a:ext cx="2090204" cy="1297804"/>
      </dsp:txXfrm>
    </dsp:sp>
    <dsp:sp modelId="{BB3832CF-59C5-4571-9166-F66496D9DA3A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BDFC9-7917-4308-96F5-7939EAE6BACA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Cooperativa</a:t>
          </a:r>
          <a:endParaRPr lang="en-US" sz="2300" kern="1200"/>
        </a:p>
      </dsp:txBody>
      <dsp:txXfrm>
        <a:off x="5591423" y="1070626"/>
        <a:ext cx="2090204" cy="1297804"/>
      </dsp:txXfrm>
    </dsp:sp>
    <dsp:sp modelId="{1711B688-E9F8-4865-BD59-69B54C401B95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0F4B1-D04D-4C32-8B94-03E2BABE0C14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Associação.</a:t>
          </a:r>
          <a:endParaRPr lang="en-US" sz="2300" kern="1200"/>
        </a:p>
      </dsp:txBody>
      <dsp:txXfrm>
        <a:off x="8244817" y="1070626"/>
        <a:ext cx="2090204" cy="129780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05150-6016-4A4E-909C-79179D83740D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359251-C9BF-4AE6-83BF-C7C0CBAAD4F1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12E51-9C4C-4FF9-B60A-FB44C647DF3D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Formalização simplificada</a:t>
          </a:r>
          <a:endParaRPr lang="en-US" sz="2400" kern="1200"/>
        </a:p>
      </dsp:txBody>
      <dsp:txXfrm>
        <a:off x="1312541" y="828340"/>
        <a:ext cx="2148945" cy="911674"/>
      </dsp:txXfrm>
    </dsp:sp>
    <dsp:sp modelId="{78081DB0-8A2B-49B5-808F-3F2C5EF11F44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DF375-F861-4B81-810F-CA52E464247A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E5A3E-E508-4FC0-A354-3909235A5AE1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Baixo custo mensal</a:t>
          </a:r>
          <a:endParaRPr lang="en-US" sz="2400" kern="1200"/>
        </a:p>
      </dsp:txBody>
      <dsp:txXfrm>
        <a:off x="4942957" y="828340"/>
        <a:ext cx="2148945" cy="911674"/>
      </dsp:txXfrm>
    </dsp:sp>
    <dsp:sp modelId="{B6C79F09-810E-4C8F-8D73-8065BBDFEF01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531C2-F71E-4D65-A273-8952685FED2E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4B9E1-BFBE-4CD8-9914-30A94B212897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Direito à previdência</a:t>
          </a:r>
          <a:endParaRPr lang="en-US" sz="2400" kern="1200"/>
        </a:p>
      </dsp:txBody>
      <dsp:txXfrm>
        <a:off x="8573374" y="828340"/>
        <a:ext cx="2148945" cy="911674"/>
      </dsp:txXfrm>
    </dsp:sp>
    <dsp:sp modelId="{F312893F-8A72-4E99-8BA8-72D99BD60753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EFAF6-34DC-452D-9CFA-39AEF3764DDF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608BB-C030-49CC-A9C4-6CBBC10877FE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Emissão de nota fiscal</a:t>
          </a:r>
          <a:endParaRPr lang="en-US" sz="2400" kern="1200"/>
        </a:p>
      </dsp:txBody>
      <dsp:txXfrm>
        <a:off x="1312541" y="2452790"/>
        <a:ext cx="2148945" cy="911674"/>
      </dsp:txXfrm>
    </dsp:sp>
    <dsp:sp modelId="{D2D7E26E-E9C1-4D88-8AE2-446D28CAFDBC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80B39-007A-461C-ACA5-8E33D8758BE6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326F1-A4BC-417D-BD06-9DB5E97226C5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Facilidade de abertura.</a:t>
          </a:r>
          <a:endParaRPr lang="en-US" sz="2400" kern="1200"/>
        </a:p>
      </dsp:txBody>
      <dsp:txXfrm>
        <a:off x="4942957" y="2452790"/>
        <a:ext cx="2148945" cy="9116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F8FC90-0A59-4967-9095-5933341E7115}">
      <dsp:nvSpPr>
        <dsp:cNvPr id="0" name=""/>
        <dsp:cNvSpPr/>
      </dsp:nvSpPr>
      <dsp:spPr>
        <a:xfrm>
          <a:off x="553541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51059-82B6-46E1-BC60-1AACCAD1AF6F}">
      <dsp:nvSpPr>
        <dsp:cNvPr id="0" name=""/>
        <dsp:cNvSpPr/>
      </dsp:nvSpPr>
      <dsp:spPr>
        <a:xfrm>
          <a:off x="155705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Controlar gastos</a:t>
          </a:r>
          <a:endParaRPr lang="en-US" sz="1200" kern="1200"/>
        </a:p>
      </dsp:txBody>
      <dsp:txXfrm>
        <a:off x="155705" y="1082787"/>
        <a:ext cx="1446679" cy="578671"/>
      </dsp:txXfrm>
    </dsp:sp>
    <dsp:sp modelId="{FDB27DFA-DA62-49F6-AE7F-CF9995FDC4D1}">
      <dsp:nvSpPr>
        <dsp:cNvPr id="0" name=""/>
        <dsp:cNvSpPr/>
      </dsp:nvSpPr>
      <dsp:spPr>
        <a:xfrm>
          <a:off x="2253390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3FA4F-8659-4F49-A87F-953A1C56AD18}">
      <dsp:nvSpPr>
        <dsp:cNvPr id="0" name=""/>
        <dsp:cNvSpPr/>
      </dsp:nvSpPr>
      <dsp:spPr>
        <a:xfrm>
          <a:off x="1855553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Planejar investimentos</a:t>
          </a:r>
          <a:endParaRPr lang="en-US" sz="1200" kern="1200"/>
        </a:p>
      </dsp:txBody>
      <dsp:txXfrm>
        <a:off x="1855553" y="1082787"/>
        <a:ext cx="1446679" cy="578671"/>
      </dsp:txXfrm>
    </dsp:sp>
    <dsp:sp modelId="{CAC91704-08BB-4BDD-BAB3-33ABD031366C}">
      <dsp:nvSpPr>
        <dsp:cNvPr id="0" name=""/>
        <dsp:cNvSpPr/>
      </dsp:nvSpPr>
      <dsp:spPr>
        <a:xfrm>
          <a:off x="3953239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1D055-F756-4B71-B899-383944B6B4C8}">
      <dsp:nvSpPr>
        <dsp:cNvPr id="0" name=""/>
        <dsp:cNvSpPr/>
      </dsp:nvSpPr>
      <dsp:spPr>
        <a:xfrm>
          <a:off x="3555402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Evitar endividamento</a:t>
          </a:r>
          <a:endParaRPr lang="en-US" sz="1200" kern="1200"/>
        </a:p>
      </dsp:txBody>
      <dsp:txXfrm>
        <a:off x="3555402" y="1082787"/>
        <a:ext cx="1446679" cy="578671"/>
      </dsp:txXfrm>
    </dsp:sp>
    <dsp:sp modelId="{813A0A35-D3EF-4824-8174-4D569C96C845}">
      <dsp:nvSpPr>
        <dsp:cNvPr id="0" name=""/>
        <dsp:cNvSpPr/>
      </dsp:nvSpPr>
      <dsp:spPr>
        <a:xfrm>
          <a:off x="1403466" y="2023128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225A7-6A02-4CE3-B274-7FC2BF739A77}">
      <dsp:nvSpPr>
        <dsp:cNvPr id="0" name=""/>
        <dsp:cNvSpPr/>
      </dsp:nvSpPr>
      <dsp:spPr>
        <a:xfrm>
          <a:off x="1005629" y="2895210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Organizar metas</a:t>
          </a:r>
          <a:endParaRPr lang="en-US" sz="1200" kern="1200"/>
        </a:p>
      </dsp:txBody>
      <dsp:txXfrm>
        <a:off x="1005629" y="2895210"/>
        <a:ext cx="1446679" cy="578671"/>
      </dsp:txXfrm>
    </dsp:sp>
    <dsp:sp modelId="{AE7011FE-F0DE-4466-92D1-2CCAD2582EC1}">
      <dsp:nvSpPr>
        <dsp:cNvPr id="0" name=""/>
        <dsp:cNvSpPr/>
      </dsp:nvSpPr>
      <dsp:spPr>
        <a:xfrm>
          <a:off x="3103314" y="2023128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4B006-9FF0-464B-B400-4C7967973B4B}">
      <dsp:nvSpPr>
        <dsp:cNvPr id="0" name=""/>
        <dsp:cNvSpPr/>
      </dsp:nvSpPr>
      <dsp:spPr>
        <a:xfrm>
          <a:off x="2705477" y="2895210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Separar finanças pessoais e profissionais.</a:t>
          </a:r>
          <a:endParaRPr lang="en-US" sz="1200" kern="1200"/>
        </a:p>
      </dsp:txBody>
      <dsp:txXfrm>
        <a:off x="2705477" y="2895210"/>
        <a:ext cx="1446679" cy="57867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B2F0D-FEB8-4A4D-976E-89E4A244A426}">
      <dsp:nvSpPr>
        <dsp:cNvPr id="0" name=""/>
        <dsp:cNvSpPr/>
      </dsp:nvSpPr>
      <dsp:spPr>
        <a:xfrm>
          <a:off x="425573" y="1073212"/>
          <a:ext cx="692138" cy="6921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2A685-C5E1-4CE3-AC14-5E98CE1E5D8E}">
      <dsp:nvSpPr>
        <dsp:cNvPr id="0" name=""/>
        <dsp:cNvSpPr/>
      </dsp:nvSpPr>
      <dsp:spPr>
        <a:xfrm>
          <a:off x="2599" y="1996141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Pagamentos de clientes</a:t>
          </a:r>
          <a:endParaRPr lang="en-US" sz="1900" kern="1200"/>
        </a:p>
      </dsp:txBody>
      <dsp:txXfrm>
        <a:off x="2599" y="1996141"/>
        <a:ext cx="1538085" cy="615234"/>
      </dsp:txXfrm>
    </dsp:sp>
    <dsp:sp modelId="{97D3D29E-B8C5-4D0A-85F0-073B4C4BCE12}">
      <dsp:nvSpPr>
        <dsp:cNvPr id="0" name=""/>
        <dsp:cNvSpPr/>
      </dsp:nvSpPr>
      <dsp:spPr>
        <a:xfrm>
          <a:off x="2232824" y="1073212"/>
          <a:ext cx="692138" cy="6921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4BF30-DD24-4872-9350-84FADCF20303}">
      <dsp:nvSpPr>
        <dsp:cNvPr id="0" name=""/>
        <dsp:cNvSpPr/>
      </dsp:nvSpPr>
      <dsp:spPr>
        <a:xfrm>
          <a:off x="1809850" y="1996141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Serviços extras</a:t>
          </a:r>
          <a:endParaRPr lang="en-US" sz="1900" kern="1200"/>
        </a:p>
      </dsp:txBody>
      <dsp:txXfrm>
        <a:off x="1809850" y="1996141"/>
        <a:ext cx="1538085" cy="615234"/>
      </dsp:txXfrm>
    </dsp:sp>
    <dsp:sp modelId="{8AFE02FD-7EA8-415E-B9AD-A333BE5080FC}">
      <dsp:nvSpPr>
        <dsp:cNvPr id="0" name=""/>
        <dsp:cNvSpPr/>
      </dsp:nvSpPr>
      <dsp:spPr>
        <a:xfrm>
          <a:off x="4040075" y="1073212"/>
          <a:ext cx="692138" cy="6921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EAE1C-07A4-48F9-B408-400F685B9131}">
      <dsp:nvSpPr>
        <dsp:cNvPr id="0" name=""/>
        <dsp:cNvSpPr/>
      </dsp:nvSpPr>
      <dsp:spPr>
        <a:xfrm>
          <a:off x="3617101" y="1996141"/>
          <a:ext cx="1538085" cy="61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Contratos</a:t>
          </a:r>
          <a:endParaRPr lang="en-US" sz="1900" kern="1200"/>
        </a:p>
      </dsp:txBody>
      <dsp:txXfrm>
        <a:off x="3617101" y="1996141"/>
        <a:ext cx="1538085" cy="61523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903C3A-94D2-41D2-9A09-0E24BDC03DCF}">
      <dsp:nvSpPr>
        <dsp:cNvPr id="0" name=""/>
        <dsp:cNvSpPr/>
      </dsp:nvSpPr>
      <dsp:spPr>
        <a:xfrm>
          <a:off x="553541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60E73-297E-4C47-A869-AD3EC73C72B6}">
      <dsp:nvSpPr>
        <dsp:cNvPr id="0" name=""/>
        <dsp:cNvSpPr/>
      </dsp:nvSpPr>
      <dsp:spPr>
        <a:xfrm>
          <a:off x="155705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Comprar materiais</a:t>
          </a:r>
          <a:endParaRPr lang="en-US" sz="1300" kern="1200"/>
        </a:p>
      </dsp:txBody>
      <dsp:txXfrm>
        <a:off x="155705" y="1082787"/>
        <a:ext cx="1446679" cy="578671"/>
      </dsp:txXfrm>
    </dsp:sp>
    <dsp:sp modelId="{5453B898-9682-44C0-8E09-85B7332FB3E8}">
      <dsp:nvSpPr>
        <dsp:cNvPr id="0" name=""/>
        <dsp:cNvSpPr/>
      </dsp:nvSpPr>
      <dsp:spPr>
        <a:xfrm>
          <a:off x="2253390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F0F3F-3D02-4F3E-9D46-3C2ED18B1DA8}">
      <dsp:nvSpPr>
        <dsp:cNvPr id="0" name=""/>
        <dsp:cNvSpPr/>
      </dsp:nvSpPr>
      <dsp:spPr>
        <a:xfrm>
          <a:off x="1855553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Fazer cursos</a:t>
          </a:r>
          <a:endParaRPr lang="en-US" sz="1300" kern="1200"/>
        </a:p>
      </dsp:txBody>
      <dsp:txXfrm>
        <a:off x="1855553" y="1082787"/>
        <a:ext cx="1446679" cy="578671"/>
      </dsp:txXfrm>
    </dsp:sp>
    <dsp:sp modelId="{AD71C0DD-802D-43C6-B084-7C509CD872BF}">
      <dsp:nvSpPr>
        <dsp:cNvPr id="0" name=""/>
        <dsp:cNvSpPr/>
      </dsp:nvSpPr>
      <dsp:spPr>
        <a:xfrm>
          <a:off x="3953239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51D77-E973-4DF4-9885-0D1BAEDA92E6}">
      <dsp:nvSpPr>
        <dsp:cNvPr id="0" name=""/>
        <dsp:cNvSpPr/>
      </dsp:nvSpPr>
      <dsp:spPr>
        <a:xfrm>
          <a:off x="3555402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Divulgar serviços</a:t>
          </a:r>
          <a:endParaRPr lang="en-US" sz="1300" kern="1200"/>
        </a:p>
      </dsp:txBody>
      <dsp:txXfrm>
        <a:off x="3555402" y="1082787"/>
        <a:ext cx="1446679" cy="578671"/>
      </dsp:txXfrm>
    </dsp:sp>
    <dsp:sp modelId="{4A7CE0B9-F4A4-4E44-8F75-9A0A2F5A6A29}">
      <dsp:nvSpPr>
        <dsp:cNvPr id="0" name=""/>
        <dsp:cNvSpPr/>
      </dsp:nvSpPr>
      <dsp:spPr>
        <a:xfrm>
          <a:off x="1403466" y="2023128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8B209-E744-41CA-993B-4B97817E8130}">
      <dsp:nvSpPr>
        <dsp:cNvPr id="0" name=""/>
        <dsp:cNvSpPr/>
      </dsp:nvSpPr>
      <dsp:spPr>
        <a:xfrm>
          <a:off x="1005629" y="2895210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Melhorar transporte</a:t>
          </a:r>
          <a:endParaRPr lang="en-US" sz="1300" kern="1200"/>
        </a:p>
      </dsp:txBody>
      <dsp:txXfrm>
        <a:off x="1005629" y="2895210"/>
        <a:ext cx="1446679" cy="578671"/>
      </dsp:txXfrm>
    </dsp:sp>
    <dsp:sp modelId="{559BEF15-7FFA-4A7F-9006-9E76FE7A813A}">
      <dsp:nvSpPr>
        <dsp:cNvPr id="0" name=""/>
        <dsp:cNvSpPr/>
      </dsp:nvSpPr>
      <dsp:spPr>
        <a:xfrm>
          <a:off x="3103314" y="2023128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7E57E-C959-4B43-9772-4F3B65A6C510}">
      <dsp:nvSpPr>
        <dsp:cNvPr id="0" name=""/>
        <dsp:cNvSpPr/>
      </dsp:nvSpPr>
      <dsp:spPr>
        <a:xfrm>
          <a:off x="2705477" y="2895210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Organizar estrutura de trabalho.</a:t>
          </a:r>
          <a:endParaRPr lang="en-US" sz="1300" kern="1200"/>
        </a:p>
      </dsp:txBody>
      <dsp:txXfrm>
        <a:off x="2705477" y="2895210"/>
        <a:ext cx="1446679" cy="57867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AA8F5-34CF-4CD5-8FA4-C5F28C1238C2}">
      <dsp:nvSpPr>
        <dsp:cNvPr id="0" name=""/>
        <dsp:cNvSpPr/>
      </dsp:nvSpPr>
      <dsp:spPr>
        <a:xfrm>
          <a:off x="0" y="403193"/>
          <a:ext cx="5157787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2A7390-30D9-4539-96E3-6E028BF04830}">
      <dsp:nvSpPr>
        <dsp:cNvPr id="0" name=""/>
        <dsp:cNvSpPr/>
      </dsp:nvSpPr>
      <dsp:spPr>
        <a:xfrm>
          <a:off x="257889" y="181793"/>
          <a:ext cx="36104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Caixa Econômica Federal</a:t>
          </a:r>
          <a:endParaRPr lang="en-US" sz="1500" kern="1200"/>
        </a:p>
      </dsp:txBody>
      <dsp:txXfrm>
        <a:off x="279505" y="203409"/>
        <a:ext cx="3567218" cy="399568"/>
      </dsp:txXfrm>
    </dsp:sp>
    <dsp:sp modelId="{FAF3ECAF-EC69-40C4-858F-AA450F82CE9E}">
      <dsp:nvSpPr>
        <dsp:cNvPr id="0" name=""/>
        <dsp:cNvSpPr/>
      </dsp:nvSpPr>
      <dsp:spPr>
        <a:xfrm>
          <a:off x="0" y="1083593"/>
          <a:ext cx="5157787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92D2C-1D29-4259-A45C-CA984596BF23}">
      <dsp:nvSpPr>
        <dsp:cNvPr id="0" name=""/>
        <dsp:cNvSpPr/>
      </dsp:nvSpPr>
      <dsp:spPr>
        <a:xfrm>
          <a:off x="257889" y="862193"/>
          <a:ext cx="36104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Banco do Brasil</a:t>
          </a:r>
          <a:endParaRPr lang="en-US" sz="1500" kern="1200"/>
        </a:p>
      </dsp:txBody>
      <dsp:txXfrm>
        <a:off x="279505" y="883809"/>
        <a:ext cx="3567218" cy="399568"/>
      </dsp:txXfrm>
    </dsp:sp>
    <dsp:sp modelId="{5EC2C940-DD07-4C98-B635-35822E7B380A}">
      <dsp:nvSpPr>
        <dsp:cNvPr id="0" name=""/>
        <dsp:cNvSpPr/>
      </dsp:nvSpPr>
      <dsp:spPr>
        <a:xfrm>
          <a:off x="0" y="1763994"/>
          <a:ext cx="5157787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620F0-E47F-4648-84A9-39518C51E7FD}">
      <dsp:nvSpPr>
        <dsp:cNvPr id="0" name=""/>
        <dsp:cNvSpPr/>
      </dsp:nvSpPr>
      <dsp:spPr>
        <a:xfrm>
          <a:off x="257889" y="1542593"/>
          <a:ext cx="36104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Banco do Nordeste</a:t>
          </a:r>
          <a:endParaRPr lang="en-US" sz="1500" kern="1200"/>
        </a:p>
      </dsp:txBody>
      <dsp:txXfrm>
        <a:off x="279505" y="1564209"/>
        <a:ext cx="3567218" cy="399568"/>
      </dsp:txXfrm>
    </dsp:sp>
    <dsp:sp modelId="{2D52DFBC-BC7C-4CC1-8087-FCDC0457B595}">
      <dsp:nvSpPr>
        <dsp:cNvPr id="0" name=""/>
        <dsp:cNvSpPr/>
      </dsp:nvSpPr>
      <dsp:spPr>
        <a:xfrm>
          <a:off x="0" y="2444394"/>
          <a:ext cx="5157787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89A2-CB1F-444C-9BB3-AB775F7B3D04}">
      <dsp:nvSpPr>
        <dsp:cNvPr id="0" name=""/>
        <dsp:cNvSpPr/>
      </dsp:nvSpPr>
      <dsp:spPr>
        <a:xfrm>
          <a:off x="257889" y="2222994"/>
          <a:ext cx="36104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Banco da Amazônia</a:t>
          </a:r>
          <a:endParaRPr lang="en-US" sz="1500" kern="1200"/>
        </a:p>
      </dsp:txBody>
      <dsp:txXfrm>
        <a:off x="279505" y="2244610"/>
        <a:ext cx="3567218" cy="399568"/>
      </dsp:txXfrm>
    </dsp:sp>
    <dsp:sp modelId="{DD4BB75A-2573-4D29-9AD6-B177A51424B1}">
      <dsp:nvSpPr>
        <dsp:cNvPr id="0" name=""/>
        <dsp:cNvSpPr/>
      </dsp:nvSpPr>
      <dsp:spPr>
        <a:xfrm>
          <a:off x="0" y="3124794"/>
          <a:ext cx="5157787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EF0401-8BC1-4FBD-8259-9899AE2F71FC}">
      <dsp:nvSpPr>
        <dsp:cNvPr id="0" name=""/>
        <dsp:cNvSpPr/>
      </dsp:nvSpPr>
      <dsp:spPr>
        <a:xfrm>
          <a:off x="257889" y="2903394"/>
          <a:ext cx="361045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Bancos de desenvolvimento estaduais.</a:t>
          </a:r>
          <a:endParaRPr lang="en-US" sz="1500" kern="1200"/>
        </a:p>
      </dsp:txBody>
      <dsp:txXfrm>
        <a:off x="279505" y="2925010"/>
        <a:ext cx="3567218" cy="39956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AA8F5-34CF-4CD5-8FA4-C5F28C1238C2}">
      <dsp:nvSpPr>
        <dsp:cNvPr id="0" name=""/>
        <dsp:cNvSpPr/>
      </dsp:nvSpPr>
      <dsp:spPr>
        <a:xfrm>
          <a:off x="0" y="426053"/>
          <a:ext cx="5157787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2A7390-30D9-4539-96E3-6E028BF04830}">
      <dsp:nvSpPr>
        <dsp:cNvPr id="0" name=""/>
        <dsp:cNvSpPr/>
      </dsp:nvSpPr>
      <dsp:spPr>
        <a:xfrm>
          <a:off x="257889" y="12773"/>
          <a:ext cx="361045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Sicoob</a:t>
          </a:r>
          <a:endParaRPr lang="en-US" sz="2800" kern="1200" dirty="0"/>
        </a:p>
      </dsp:txBody>
      <dsp:txXfrm>
        <a:off x="298238" y="53122"/>
        <a:ext cx="3529752" cy="745862"/>
      </dsp:txXfrm>
    </dsp:sp>
    <dsp:sp modelId="{913BC0F6-C576-482C-9427-3AE0D79D3D04}">
      <dsp:nvSpPr>
        <dsp:cNvPr id="0" name=""/>
        <dsp:cNvSpPr/>
      </dsp:nvSpPr>
      <dsp:spPr>
        <a:xfrm>
          <a:off x="0" y="1696134"/>
          <a:ext cx="5157787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FF100-BF3D-40F5-BB4A-1E4E88FBA1E2}">
      <dsp:nvSpPr>
        <dsp:cNvPr id="0" name=""/>
        <dsp:cNvSpPr/>
      </dsp:nvSpPr>
      <dsp:spPr>
        <a:xfrm>
          <a:off x="257889" y="1282853"/>
          <a:ext cx="361045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Sicredi</a:t>
          </a:r>
          <a:endParaRPr lang="pt-BR" sz="2800" kern="1200" dirty="0"/>
        </a:p>
      </dsp:txBody>
      <dsp:txXfrm>
        <a:off x="298238" y="1323202"/>
        <a:ext cx="3529752" cy="745862"/>
      </dsp:txXfrm>
    </dsp:sp>
    <dsp:sp modelId="{DA181220-A0B3-4605-9D56-A197F98C28D1}">
      <dsp:nvSpPr>
        <dsp:cNvPr id="0" name=""/>
        <dsp:cNvSpPr/>
      </dsp:nvSpPr>
      <dsp:spPr>
        <a:xfrm>
          <a:off x="0" y="2966214"/>
          <a:ext cx="5157787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5001EB-27DD-4097-A2A5-71C356F44B18}">
      <dsp:nvSpPr>
        <dsp:cNvPr id="0" name=""/>
        <dsp:cNvSpPr/>
      </dsp:nvSpPr>
      <dsp:spPr>
        <a:xfrm>
          <a:off x="257889" y="2552934"/>
          <a:ext cx="3610450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Cresol</a:t>
          </a:r>
          <a:endParaRPr lang="pt-BR" sz="2800" kern="1200" dirty="0"/>
        </a:p>
      </dsp:txBody>
      <dsp:txXfrm>
        <a:off x="298238" y="2593283"/>
        <a:ext cx="3529752" cy="74586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AA8F5-34CF-4CD5-8FA4-C5F28C1238C2}">
      <dsp:nvSpPr>
        <dsp:cNvPr id="0" name=""/>
        <dsp:cNvSpPr/>
      </dsp:nvSpPr>
      <dsp:spPr>
        <a:xfrm>
          <a:off x="0" y="307253"/>
          <a:ext cx="515778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2A7390-30D9-4539-96E3-6E028BF04830}">
      <dsp:nvSpPr>
        <dsp:cNvPr id="0" name=""/>
        <dsp:cNvSpPr/>
      </dsp:nvSpPr>
      <dsp:spPr>
        <a:xfrm>
          <a:off x="257889" y="71093"/>
          <a:ext cx="361045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Bancos comunitários</a:t>
          </a:r>
          <a:endParaRPr lang="en-US" sz="1600" kern="1200" dirty="0"/>
        </a:p>
      </dsp:txBody>
      <dsp:txXfrm>
        <a:off x="280946" y="94150"/>
        <a:ext cx="3564336" cy="426206"/>
      </dsp:txXfrm>
    </dsp:sp>
    <dsp:sp modelId="{0A3F9E28-56BF-43BE-85FB-688A2AA2B941}">
      <dsp:nvSpPr>
        <dsp:cNvPr id="0" name=""/>
        <dsp:cNvSpPr/>
      </dsp:nvSpPr>
      <dsp:spPr>
        <a:xfrm>
          <a:off x="0" y="1033013"/>
          <a:ext cx="515778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CC1E1-B3F4-487E-9A4A-2A3207E394A7}">
      <dsp:nvSpPr>
        <dsp:cNvPr id="0" name=""/>
        <dsp:cNvSpPr/>
      </dsp:nvSpPr>
      <dsp:spPr>
        <a:xfrm>
          <a:off x="257889" y="796854"/>
          <a:ext cx="361045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Fundos rotativos</a:t>
          </a:r>
          <a:endParaRPr lang="pt-BR" sz="1600" kern="1200" dirty="0"/>
        </a:p>
      </dsp:txBody>
      <dsp:txXfrm>
        <a:off x="280946" y="819911"/>
        <a:ext cx="3564336" cy="426206"/>
      </dsp:txXfrm>
    </dsp:sp>
    <dsp:sp modelId="{FB00B20C-44CA-4BA5-9B15-0E18D3C6ABB0}">
      <dsp:nvSpPr>
        <dsp:cNvPr id="0" name=""/>
        <dsp:cNvSpPr/>
      </dsp:nvSpPr>
      <dsp:spPr>
        <a:xfrm>
          <a:off x="0" y="1758773"/>
          <a:ext cx="515778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58570-2EF1-4A1F-972B-60ABAE05403B}">
      <dsp:nvSpPr>
        <dsp:cNvPr id="0" name=""/>
        <dsp:cNvSpPr/>
      </dsp:nvSpPr>
      <dsp:spPr>
        <a:xfrm>
          <a:off x="257889" y="1522613"/>
          <a:ext cx="361045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Cooperativas</a:t>
          </a:r>
          <a:endParaRPr lang="pt-BR" sz="1600" kern="1200" dirty="0"/>
        </a:p>
      </dsp:txBody>
      <dsp:txXfrm>
        <a:off x="280946" y="1545670"/>
        <a:ext cx="3564336" cy="426206"/>
      </dsp:txXfrm>
    </dsp:sp>
    <dsp:sp modelId="{49D9AC3E-4B14-454E-AF68-BCC822FB7EFB}">
      <dsp:nvSpPr>
        <dsp:cNvPr id="0" name=""/>
        <dsp:cNvSpPr/>
      </dsp:nvSpPr>
      <dsp:spPr>
        <a:xfrm>
          <a:off x="0" y="2484533"/>
          <a:ext cx="515778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6CF86-CC1A-43E4-B171-E79E89E96589}">
      <dsp:nvSpPr>
        <dsp:cNvPr id="0" name=""/>
        <dsp:cNvSpPr/>
      </dsp:nvSpPr>
      <dsp:spPr>
        <a:xfrm>
          <a:off x="257889" y="2248373"/>
          <a:ext cx="361045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Associações produtivas</a:t>
          </a:r>
          <a:endParaRPr lang="pt-BR" sz="1600" kern="1200" dirty="0"/>
        </a:p>
      </dsp:txBody>
      <dsp:txXfrm>
        <a:off x="280946" y="2271430"/>
        <a:ext cx="3564336" cy="426206"/>
      </dsp:txXfrm>
    </dsp:sp>
    <dsp:sp modelId="{460E8CE5-EDC6-4B7C-A6E5-F00BDFC0A13A}">
      <dsp:nvSpPr>
        <dsp:cNvPr id="0" name=""/>
        <dsp:cNvSpPr/>
      </dsp:nvSpPr>
      <dsp:spPr>
        <a:xfrm>
          <a:off x="0" y="3210294"/>
          <a:ext cx="515778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08C0C-F456-47FF-ADC7-F6F2B234652D}">
      <dsp:nvSpPr>
        <dsp:cNvPr id="0" name=""/>
        <dsp:cNvSpPr/>
      </dsp:nvSpPr>
      <dsp:spPr>
        <a:xfrm>
          <a:off x="257889" y="2974134"/>
          <a:ext cx="361045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Grupos de poupança solidária</a:t>
          </a:r>
          <a:endParaRPr lang="pt-BR" sz="1600" kern="1200" dirty="0"/>
        </a:p>
      </dsp:txBody>
      <dsp:txXfrm>
        <a:off x="280946" y="2997191"/>
        <a:ext cx="3564336" cy="42620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AA8F5-34CF-4CD5-8FA4-C5F28C1238C2}">
      <dsp:nvSpPr>
        <dsp:cNvPr id="0" name=""/>
        <dsp:cNvSpPr/>
      </dsp:nvSpPr>
      <dsp:spPr>
        <a:xfrm>
          <a:off x="0" y="523613"/>
          <a:ext cx="51577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2A7390-30D9-4539-96E3-6E028BF04830}">
      <dsp:nvSpPr>
        <dsp:cNvPr id="0" name=""/>
        <dsp:cNvSpPr/>
      </dsp:nvSpPr>
      <dsp:spPr>
        <a:xfrm>
          <a:off x="257889" y="257933"/>
          <a:ext cx="361045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Microempreendedores</a:t>
          </a:r>
          <a:endParaRPr lang="en-US" sz="1800" kern="1200" dirty="0"/>
        </a:p>
      </dsp:txBody>
      <dsp:txXfrm>
        <a:off x="283828" y="283872"/>
        <a:ext cx="3558572" cy="479482"/>
      </dsp:txXfrm>
    </dsp:sp>
    <dsp:sp modelId="{69E74ACD-752B-403B-AD5D-A9C67E23605D}">
      <dsp:nvSpPr>
        <dsp:cNvPr id="0" name=""/>
        <dsp:cNvSpPr/>
      </dsp:nvSpPr>
      <dsp:spPr>
        <a:xfrm>
          <a:off x="0" y="1340093"/>
          <a:ext cx="51577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3B74E-9489-4BE0-8880-B802EA255D3A}">
      <dsp:nvSpPr>
        <dsp:cNvPr id="0" name=""/>
        <dsp:cNvSpPr/>
      </dsp:nvSpPr>
      <dsp:spPr>
        <a:xfrm>
          <a:off x="257889" y="1074413"/>
          <a:ext cx="361045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Trabalhadores autônomos</a:t>
          </a:r>
          <a:endParaRPr lang="pt-BR" sz="1800" kern="1200" dirty="0"/>
        </a:p>
      </dsp:txBody>
      <dsp:txXfrm>
        <a:off x="283828" y="1100352"/>
        <a:ext cx="3558572" cy="479482"/>
      </dsp:txXfrm>
    </dsp:sp>
    <dsp:sp modelId="{2E0712F5-C497-448E-8166-9EA43B3D8ED3}">
      <dsp:nvSpPr>
        <dsp:cNvPr id="0" name=""/>
        <dsp:cNvSpPr/>
      </dsp:nvSpPr>
      <dsp:spPr>
        <a:xfrm>
          <a:off x="0" y="2156574"/>
          <a:ext cx="51577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481FDC-A043-404B-AAFD-79A60E3605D9}">
      <dsp:nvSpPr>
        <dsp:cNvPr id="0" name=""/>
        <dsp:cNvSpPr/>
      </dsp:nvSpPr>
      <dsp:spPr>
        <a:xfrm>
          <a:off x="257889" y="1890894"/>
          <a:ext cx="361045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Pequenos prestadores de serviço</a:t>
          </a:r>
          <a:endParaRPr lang="pt-BR" sz="1800" kern="1200" dirty="0"/>
        </a:p>
      </dsp:txBody>
      <dsp:txXfrm>
        <a:off x="283828" y="1916833"/>
        <a:ext cx="3558572" cy="479482"/>
      </dsp:txXfrm>
    </dsp:sp>
    <dsp:sp modelId="{F8135F47-8653-41DA-85C7-CD62163E3AE5}">
      <dsp:nvSpPr>
        <dsp:cNvPr id="0" name=""/>
        <dsp:cNvSpPr/>
      </dsp:nvSpPr>
      <dsp:spPr>
        <a:xfrm>
          <a:off x="0" y="2973054"/>
          <a:ext cx="515778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6E4850-C588-464D-B127-692387A5E55C}">
      <dsp:nvSpPr>
        <dsp:cNvPr id="0" name=""/>
        <dsp:cNvSpPr/>
      </dsp:nvSpPr>
      <dsp:spPr>
        <a:xfrm>
          <a:off x="257889" y="2707374"/>
          <a:ext cx="361045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466" tIns="0" rIns="1364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Empreendedores iniciantes.</a:t>
          </a:r>
          <a:endParaRPr lang="pt-BR" sz="1800" kern="1200" dirty="0"/>
        </a:p>
      </dsp:txBody>
      <dsp:txXfrm>
        <a:off x="283828" y="2733313"/>
        <a:ext cx="3558572" cy="47948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83699-C4DA-49EE-9115-1B0D51A67824}">
      <dsp:nvSpPr>
        <dsp:cNvPr id="0" name=""/>
        <dsp:cNvSpPr/>
      </dsp:nvSpPr>
      <dsp:spPr>
        <a:xfrm>
          <a:off x="553541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338C6-D24F-44BD-9F94-7875710FC4FE}">
      <dsp:nvSpPr>
        <dsp:cNvPr id="0" name=""/>
        <dsp:cNvSpPr/>
      </dsp:nvSpPr>
      <dsp:spPr>
        <a:xfrm>
          <a:off x="155705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Troca de experiências</a:t>
          </a:r>
          <a:endParaRPr lang="en-US" sz="1400" kern="1200"/>
        </a:p>
      </dsp:txBody>
      <dsp:txXfrm>
        <a:off x="155705" y="1082787"/>
        <a:ext cx="1446679" cy="578671"/>
      </dsp:txXfrm>
    </dsp:sp>
    <dsp:sp modelId="{B5BF65FB-EDC3-4DD9-AA5D-9373B1871B6D}">
      <dsp:nvSpPr>
        <dsp:cNvPr id="0" name=""/>
        <dsp:cNvSpPr/>
      </dsp:nvSpPr>
      <dsp:spPr>
        <a:xfrm>
          <a:off x="2253390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60325-9E02-41F5-81B3-CF0DABD25026}">
      <dsp:nvSpPr>
        <dsp:cNvPr id="0" name=""/>
        <dsp:cNvSpPr/>
      </dsp:nvSpPr>
      <dsp:spPr>
        <a:xfrm>
          <a:off x="1855553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Apoio emocional</a:t>
          </a:r>
          <a:endParaRPr lang="en-US" sz="1400" kern="1200"/>
        </a:p>
      </dsp:txBody>
      <dsp:txXfrm>
        <a:off x="1855553" y="1082787"/>
        <a:ext cx="1446679" cy="578671"/>
      </dsp:txXfrm>
    </dsp:sp>
    <dsp:sp modelId="{34514BD7-72B5-40AE-A233-AA449EE2AC6A}">
      <dsp:nvSpPr>
        <dsp:cNvPr id="0" name=""/>
        <dsp:cNvSpPr/>
      </dsp:nvSpPr>
      <dsp:spPr>
        <a:xfrm>
          <a:off x="3953239" y="210706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DEF94-A490-4DB5-8F3A-83F13614C1DE}">
      <dsp:nvSpPr>
        <dsp:cNvPr id="0" name=""/>
        <dsp:cNvSpPr/>
      </dsp:nvSpPr>
      <dsp:spPr>
        <a:xfrm>
          <a:off x="3555402" y="1082787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Parcerias</a:t>
          </a:r>
          <a:endParaRPr lang="en-US" sz="1400" kern="1200"/>
        </a:p>
      </dsp:txBody>
      <dsp:txXfrm>
        <a:off x="3555402" y="1082787"/>
        <a:ext cx="1446679" cy="578671"/>
      </dsp:txXfrm>
    </dsp:sp>
    <dsp:sp modelId="{1E0B2EC8-48A9-4AED-A473-6E5E694E6A46}">
      <dsp:nvSpPr>
        <dsp:cNvPr id="0" name=""/>
        <dsp:cNvSpPr/>
      </dsp:nvSpPr>
      <dsp:spPr>
        <a:xfrm>
          <a:off x="1403466" y="2023128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41DA7-D42B-44A1-BFC4-46E29E600B3B}">
      <dsp:nvSpPr>
        <dsp:cNvPr id="0" name=""/>
        <dsp:cNvSpPr/>
      </dsp:nvSpPr>
      <dsp:spPr>
        <a:xfrm>
          <a:off x="1005629" y="2895210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Capacitação</a:t>
          </a:r>
          <a:endParaRPr lang="en-US" sz="1400" kern="1200"/>
        </a:p>
      </dsp:txBody>
      <dsp:txXfrm>
        <a:off x="1005629" y="2895210"/>
        <a:ext cx="1446679" cy="578671"/>
      </dsp:txXfrm>
    </dsp:sp>
    <dsp:sp modelId="{67A88678-5C52-4AB9-BE86-50D45D222E86}">
      <dsp:nvSpPr>
        <dsp:cNvPr id="0" name=""/>
        <dsp:cNvSpPr/>
      </dsp:nvSpPr>
      <dsp:spPr>
        <a:xfrm>
          <a:off x="3103314" y="2023128"/>
          <a:ext cx="651005" cy="6510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36D95-72AB-41C8-B2FC-CC26069DA042}">
      <dsp:nvSpPr>
        <dsp:cNvPr id="0" name=""/>
        <dsp:cNvSpPr/>
      </dsp:nvSpPr>
      <dsp:spPr>
        <a:xfrm>
          <a:off x="2705477" y="2895210"/>
          <a:ext cx="1446679" cy="57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Encaminhamento de clientes</a:t>
          </a:r>
          <a:endParaRPr lang="en-US" sz="1400" kern="1200"/>
        </a:p>
      </dsp:txBody>
      <dsp:txXfrm>
        <a:off x="2705477" y="2895210"/>
        <a:ext cx="1446679" cy="57867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6702E-1F4E-42E1-AC06-14F4CA5D4611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172658-187A-4202-9EE1-0B1B7576A8AA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5A09A-FC07-4E5C-8073-499A6A0B7715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Que habilidade eu já possuo?</a:t>
          </a:r>
          <a:endParaRPr lang="en-US" sz="2400" kern="1200"/>
        </a:p>
      </dsp:txBody>
      <dsp:txXfrm>
        <a:off x="1948202" y="159118"/>
        <a:ext cx="3233964" cy="1371985"/>
      </dsp:txXfrm>
    </dsp:sp>
    <dsp:sp modelId="{9620147B-8B91-43BA-84A8-E4B45D31949D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E2303-C81F-480C-B91F-04C352D32434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3DDF-21E4-45E9-9576-CA396E4599B4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Como posso transformar essa habilidade em renda?</a:t>
          </a:r>
          <a:endParaRPr lang="en-US" sz="2400" kern="1200"/>
        </a:p>
      </dsp:txBody>
      <dsp:txXfrm>
        <a:off x="7411643" y="159118"/>
        <a:ext cx="3233964" cy="1371985"/>
      </dsp:txXfrm>
    </dsp:sp>
    <dsp:sp modelId="{E2186583-D59A-41FB-9C60-E61EB8610828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33F1D-5F20-43DB-90E9-B01C7685BDB6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C779A-63D9-45BA-8B5C-7E31A8AACC0F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Quais apoios posso buscar?</a:t>
          </a:r>
          <a:endParaRPr lang="en-US" sz="2400" kern="1200"/>
        </a:p>
      </dsp:txBody>
      <dsp:txXfrm>
        <a:off x="1948202" y="2158301"/>
        <a:ext cx="3233964" cy="1371985"/>
      </dsp:txXfrm>
    </dsp:sp>
    <dsp:sp modelId="{EB22BA80-CD77-4526-9D76-882D1819B004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03EAD-96C3-45F2-9998-DA0772556C8B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D4960-6393-4F9B-AA1E-0A6206374293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O que posso começar com os recursos que tenho hoje?</a:t>
          </a:r>
          <a:endParaRPr lang="en-US" sz="2400" kern="1200"/>
        </a:p>
      </dsp:txBody>
      <dsp:txXfrm>
        <a:off x="7411643" y="2158301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E32DD-6808-19CA-81CE-7E0183589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981138-6AAB-14CE-6B39-195A2C81C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69C39-F61B-7663-98BE-0A7FC612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0612C8-1E61-5B23-F632-98FCBD911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BAF33F-FEE0-141E-DCD0-5163CF70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81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6C53B-DBDD-EE72-5295-68289A02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AE3F4-8E78-B42F-8240-B74736253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DB1096-93E1-52E1-EE00-3CD15EAA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9766D5-CF16-128E-0CDB-ECF5AD49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2DE19D-FD4C-98C9-505F-097098A7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813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7F591-DA7A-D587-C3A0-B84756E6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A18126-77A3-23BF-7AD2-7C754F6F3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0221CC-70EE-60CF-2CD2-23A938EE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668AAB-6785-57A8-152C-50EBB897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8B28CE-DB3E-6E5E-846A-A08C2833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83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598AD-FB1C-A62B-DCE5-BCBE12EE5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2670F-781D-C7B1-A474-C08A897EC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A6180F-80BE-04F3-3CB4-F398BC776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45E1E5-5DF7-F25F-9266-5D57A73E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6BE67A-209E-E086-AF18-FB31D2E8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3382D0-B68D-4D79-689A-15F33260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86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85DD8-A83B-DC12-887B-ABB42FBC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DF190A-4DCB-C9F4-2D71-4A5F36CCF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46E0DA-ADD3-268B-6BBE-E6D34CFC0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9FA5D7-49E4-2EEA-7D9F-DE18642C1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313F8C-1895-8055-7151-BAEE7ED6C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32C66D-C21D-0ACF-3DC8-CE26737C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04B6E4-4622-AE09-6EF0-CBAB667E1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6111FF7-E6F3-5FE0-A78D-F9AEA9F7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21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C0DE8-9F57-084F-EEC6-C4AA3030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84C2C9-B9B5-D82F-2514-3CAAD0717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A00FC0-96C7-71F8-2681-99C321F2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899FEA-C2AF-505E-4B7E-EF0DF1B1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56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8FF92E-3C72-9CB2-8A84-E27F7D9A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D1DC24-B608-E6DE-46CE-AB07B080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50C8CD-467C-8F1F-9C60-9FD181189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48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861D5-B625-B6B0-8DF2-264C19AC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EA5AFA-469F-10A0-B48F-F4BC556E2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E012E5-BA9E-E4C7-EEF1-800982BBA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D4B3DA-DF6E-464A-6BA0-1E767201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B4A613-9CF3-50C5-2D52-39CF067F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7D6202-11CE-12BC-C7BC-05001FC7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78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C816D-9580-6850-3D3E-26E0C0A0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EAAA90-9074-90E6-4E82-C3B385C94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ED7302-DEE4-9CB7-A519-EA71CE4C8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116823-1539-9D51-3AF6-7E6C99D2D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3D3875-93E3-0735-B4A6-2F71048B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02F190-7891-7E60-1ABB-F9AE1200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96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BEAA1-110B-C406-AF41-74DCB8EE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3C21E7-705E-5473-7723-50E9F8E1E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F8400C-3FAD-74F5-1FEE-95DC2A0A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47B21C-B2ED-CA25-1721-D1DDA582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82469F-9883-1DA4-EA36-5207570D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07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B92DD0-6B9F-8C2A-18F1-B612DCA33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81076C-BEC0-8172-2248-19DC80198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268258-DB2C-BDE8-B2AD-24A90313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CD4C5D-766A-AB41-6F60-BCDB7B5C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4F2563-6471-0982-C48C-DED43FE73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502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5832AA-6F60-D805-3BB5-07AA9DDBE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1B4188-8515-BFE1-E583-3E2A616F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67B9AB-511A-49B4-F627-22933AE1E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676EE-CF63-4F62-9E2C-6E544471FE68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11AFEE-F339-103D-2C18-1EC6BEAF1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8CDB96-E976-55D4-9FEB-3A590D192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8DE0D-ECC8-4046-AB4C-AB5CF8218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22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B4809C-AA81-EE88-E5F9-E26EAE834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Políticas Públicas, Apoio ao Empreendedorismo e economia solidária</a:t>
            </a:r>
          </a:p>
        </p:txBody>
      </p:sp>
    </p:spTree>
    <p:extLst>
      <p:ext uri="{BB962C8B-B14F-4D97-AF65-F5344CB8AC3E}">
        <p14:creationId xmlns:p14="http://schemas.microsoft.com/office/powerpoint/2010/main" val="2194872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9175A1-AB61-41B9-5D4A-153D87CB7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O que são Políticas Públicas?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052CACA7-5F92-74AA-376A-EE4AA9655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62633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070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521BB-7893-8C82-ED34-EBC1FD42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Exemplos de políticas públicas?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6DCF495-30F1-ACC7-840D-715D30CC2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841190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782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1261F9-2E70-4F76-DAB2-3F26BDA2F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pt-BR" sz="2800">
                <a:solidFill>
                  <a:srgbClr val="FFFFFF"/>
                </a:solidFill>
              </a:rPr>
              <a:t>Por que apoiar pequenos empreendedores?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5CF5FED-1505-9F0A-C93E-CE803280B6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706762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345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6AB460-8437-C5B6-D779-AC399469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pt-BR" sz="4000">
                <a:solidFill>
                  <a:schemeClr val="tx2"/>
                </a:solidFill>
              </a:rPr>
              <a:t>O Empreendedorismo no Cuidado ao Idoso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B5203D7E-8D0A-B23E-7FE9-F8E31F39E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289037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03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98E40E-4AFA-D6CE-05B2-7EA45CD7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anchor="ctr">
            <a:normAutofit/>
          </a:bodyPr>
          <a:lstStyle/>
          <a:p>
            <a:r>
              <a:rPr lang="pt-BR" sz="2800"/>
              <a:t>Desafios dos Cuidadores Empreendedores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4113200-E14B-FA80-6A12-8E3B15BFE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1987808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727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F9B710-131D-4995-2655-CCDD374D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5400"/>
              <a:t>Quem pode ajudar?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Espaço Reservado para Conteúdo 2">
            <a:extLst>
              <a:ext uri="{FF2B5EF4-FFF2-40B4-BE49-F238E27FC236}">
                <a16:creationId xmlns:a16="http://schemas.microsoft.com/office/drawing/2014/main" id="{AC17EB36-15E6-64A3-FB55-DC5CC0AFFA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85561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318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388E8F-1C3E-650F-F840-9B267502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5400"/>
              <a:t>SEBRAE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0A0F0B4E-9424-8123-9201-E109D30A9D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41954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2638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74B50-7891-1C23-8D3F-C099ABAFE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1463F-6421-B05A-2E47-32DFD027A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B122D8-366D-4273-96CD-C613258E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5400" dirty="0"/>
              <a:t>SENAC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5B5A260-B367-3887-AEBA-1C9039B53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765B29B4-2DF1-F83A-160A-7B54F015F1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36203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0458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81A42C-1618-C312-B48A-547479EF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pt-BR" dirty="0"/>
              <a:t>Por que formalizar?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24A54AFC-79E7-50FE-C8C0-BE241307D7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05413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6122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872F73-9B8D-F3A8-0E17-7376304E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pt-BR" sz="4800"/>
              <a:t>Modelos possíveis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49744C8-0EC2-19A7-F1E7-97731D77DD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12282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655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E9D7AA-FA6C-4971-17F8-C0C6D386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O que é o MEI?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753C33C-8630-FA5F-055A-BC861CE7D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1509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1375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B2EB265-57AC-51BD-69AD-913A2359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Educação Financeira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4BCBF81-5C1D-6DE8-56D5-2A3365340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que?</a:t>
            </a:r>
          </a:p>
        </p:txBody>
      </p:sp>
      <p:graphicFrame>
        <p:nvGraphicFramePr>
          <p:cNvPr id="10" name="Espaço Reservado para Conteúdo 5">
            <a:extLst>
              <a:ext uri="{FF2B5EF4-FFF2-40B4-BE49-F238E27FC236}">
                <a16:creationId xmlns:a16="http://schemas.microsoft.com/office/drawing/2014/main" id="{365B95C7-7757-9229-C499-295F9A79926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FEB9F63-2275-33E2-67B1-ECEBB40EF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Com o que?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A57AE1D5-069B-2289-2814-73BDC872BFB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/>
              <a:t>Planilha</a:t>
            </a:r>
          </a:p>
          <a:p>
            <a:r>
              <a:rPr lang="pt-BR" dirty="0"/>
              <a:t>Caderno de controle</a:t>
            </a:r>
          </a:p>
          <a:p>
            <a:r>
              <a:rPr lang="pt-BR" dirty="0"/>
              <a:t>Aplicativos financeiros.</a:t>
            </a:r>
          </a:p>
        </p:txBody>
      </p:sp>
    </p:spTree>
    <p:extLst>
      <p:ext uri="{BB962C8B-B14F-4D97-AF65-F5344CB8AC3E}">
        <p14:creationId xmlns:p14="http://schemas.microsoft.com/office/powerpoint/2010/main" val="931219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8513B-7C2D-6AD2-2A20-2B9EA66E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Caixa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DA71EF-0F72-83EA-15F6-234C504CD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dinheiro entra...</a:t>
            </a:r>
          </a:p>
        </p:txBody>
      </p:sp>
      <p:graphicFrame>
        <p:nvGraphicFramePr>
          <p:cNvPr id="8" name="Espaço Reservado para Conteúdo 3">
            <a:extLst>
              <a:ext uri="{FF2B5EF4-FFF2-40B4-BE49-F238E27FC236}">
                <a16:creationId xmlns:a16="http://schemas.microsoft.com/office/drawing/2014/main" id="{4D4732B4-30D6-6976-8250-E9A9C624290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652CB7-CE01-E9DE-BD0C-06B4F9715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... O dinheiro sai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6729E3-D28C-19BF-E169-C92F46C623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/>
              <a:t>Transporte</a:t>
            </a:r>
          </a:p>
          <a:p>
            <a:r>
              <a:rPr lang="pt-BR" dirty="0"/>
              <a:t>Alimentação</a:t>
            </a:r>
          </a:p>
          <a:p>
            <a:r>
              <a:rPr lang="pt-BR" dirty="0"/>
              <a:t>Equipamentos</a:t>
            </a:r>
          </a:p>
          <a:p>
            <a:r>
              <a:rPr lang="pt-BR" dirty="0"/>
              <a:t>Cursos</a:t>
            </a:r>
          </a:p>
          <a:p>
            <a:r>
              <a:rPr lang="pt-BR" dirty="0"/>
              <a:t>Tributos</a:t>
            </a:r>
          </a:p>
          <a:p>
            <a:r>
              <a:rPr lang="pt-BR" dirty="0"/>
              <a:t>Divulgação.</a:t>
            </a:r>
          </a:p>
        </p:txBody>
      </p:sp>
    </p:spTree>
    <p:extLst>
      <p:ext uri="{BB962C8B-B14F-4D97-AF65-F5344CB8AC3E}">
        <p14:creationId xmlns:p14="http://schemas.microsoft.com/office/powerpoint/2010/main" val="1538631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B5B44F2-423F-EA04-CB25-4FC3C31C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Crédito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8E362E-FC6F-3707-9F2C-CB9EF3BE2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Pra que?</a:t>
            </a:r>
          </a:p>
        </p:txBody>
      </p:sp>
      <p:graphicFrame>
        <p:nvGraphicFramePr>
          <p:cNvPr id="11" name="Espaço Reservado para Conteúdo 6">
            <a:extLst>
              <a:ext uri="{FF2B5EF4-FFF2-40B4-BE49-F238E27FC236}">
                <a16:creationId xmlns:a16="http://schemas.microsoft.com/office/drawing/2014/main" id="{5AB3C42D-4FFB-D8C3-03D7-263A9A64103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1B5C75E-E451-F953-1A14-91ECEED11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Tipos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9753DC3A-7855-35F4-90E6-5AE94AA204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pt-BR" dirty="0"/>
              <a:t>Microcrédito</a:t>
            </a:r>
          </a:p>
          <a:p>
            <a:r>
              <a:rPr lang="pt-BR" dirty="0"/>
              <a:t>Crédito produtivo orientado</a:t>
            </a:r>
          </a:p>
          <a:p>
            <a:r>
              <a:rPr lang="pt-BR" dirty="0"/>
              <a:t>Cooperativas de crédito</a:t>
            </a:r>
          </a:p>
          <a:p>
            <a:r>
              <a:rPr lang="pt-BR" dirty="0"/>
              <a:t>Finanças Solidárias</a:t>
            </a:r>
          </a:p>
          <a:p>
            <a:r>
              <a:rPr lang="pt-BR" dirty="0"/>
              <a:t>Linhas para pequenos negócios.</a:t>
            </a:r>
          </a:p>
        </p:txBody>
      </p:sp>
    </p:spTree>
    <p:extLst>
      <p:ext uri="{BB962C8B-B14F-4D97-AF65-F5344CB8AC3E}">
        <p14:creationId xmlns:p14="http://schemas.microsoft.com/office/powerpoint/2010/main" val="314399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DD3144-AB21-8067-E974-8B5EF927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pt-BR" sz="4000"/>
              <a:t>Microcrédito?</a:t>
            </a:r>
          </a:p>
        </p:txBody>
      </p:sp>
      <p:pic>
        <p:nvPicPr>
          <p:cNvPr id="11" name="Graphic 10" descr="Hierarquia">
            <a:extLst>
              <a:ext uri="{FF2B5EF4-FFF2-40B4-BE49-F238E27FC236}">
                <a16:creationId xmlns:a16="http://schemas.microsoft.com/office/drawing/2014/main" id="{FBB6BB9A-78FE-152B-23E5-A93BD5976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495E8255-5665-42B9-F394-E8EB8DFC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r>
              <a:rPr lang="pt-BR" sz="2000"/>
              <a:t>Valores menores</a:t>
            </a:r>
          </a:p>
          <a:p>
            <a:r>
              <a:rPr lang="pt-BR" sz="2000"/>
              <a:t>Menos burocracia</a:t>
            </a:r>
          </a:p>
          <a:p>
            <a:r>
              <a:rPr lang="pt-BR" sz="2000"/>
              <a:t>Voltado a pequenos negócios</a:t>
            </a:r>
          </a:p>
          <a:p>
            <a:r>
              <a:rPr lang="pt-BR" sz="2000"/>
              <a:t>Pode incluir orientação técnica</a:t>
            </a:r>
          </a:p>
        </p:txBody>
      </p:sp>
      <p:pic>
        <p:nvPicPr>
          <p:cNvPr id="13" name="Graphic 12" descr="Hierarquia">
            <a:extLst>
              <a:ext uri="{FF2B5EF4-FFF2-40B4-BE49-F238E27FC236}">
                <a16:creationId xmlns:a16="http://schemas.microsoft.com/office/drawing/2014/main" id="{68AA7F66-844D-4A40-929B-CFEBAD398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9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60315-C1C0-7209-AC6C-829F26A6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Crédito produtivo orientado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AE1A3B-CCAB-4642-3E8E-226697E97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Onde?</a:t>
            </a:r>
          </a:p>
        </p:txBody>
      </p:sp>
      <p:graphicFrame>
        <p:nvGraphicFramePr>
          <p:cNvPr id="9" name="Espaço Reservado para Conteúdo 4">
            <a:extLst>
              <a:ext uri="{FF2B5EF4-FFF2-40B4-BE49-F238E27FC236}">
                <a16:creationId xmlns:a16="http://schemas.microsoft.com/office/drawing/2014/main" id="{CB79EAF6-A5DF-F325-4C43-47D4BFACD2B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A9E5C8F-DB73-A924-44D4-4DA760CAB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Tipos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337D46C-C92E-523E-18E3-4AAB2A2BF90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/>
              <a:t>Microcrédito</a:t>
            </a:r>
          </a:p>
          <a:p>
            <a:r>
              <a:rPr lang="pt-BR" dirty="0"/>
              <a:t>Capital de giro</a:t>
            </a:r>
          </a:p>
          <a:p>
            <a:r>
              <a:rPr lang="pt-BR" dirty="0"/>
              <a:t>Financiamento</a:t>
            </a:r>
          </a:p>
          <a:p>
            <a:r>
              <a:rPr lang="pt-BR" dirty="0"/>
              <a:t>Conta empresarial.</a:t>
            </a:r>
          </a:p>
        </p:txBody>
      </p:sp>
    </p:spTree>
    <p:extLst>
      <p:ext uri="{BB962C8B-B14F-4D97-AF65-F5344CB8AC3E}">
        <p14:creationId xmlns:p14="http://schemas.microsoft.com/office/powerpoint/2010/main" val="945761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7620-9696-A7F5-447D-65E06A0E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40167-88E4-0AAE-E678-C872AA0E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Cooperativas de Crédito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CE6654-DF5B-7D57-3B2D-D615C9C44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Onde?</a:t>
            </a:r>
          </a:p>
        </p:txBody>
      </p:sp>
      <p:graphicFrame>
        <p:nvGraphicFramePr>
          <p:cNvPr id="9" name="Espaço Reservado para Conteúdo 4">
            <a:extLst>
              <a:ext uri="{FF2B5EF4-FFF2-40B4-BE49-F238E27FC236}">
                <a16:creationId xmlns:a16="http://schemas.microsoft.com/office/drawing/2014/main" id="{C1CDD398-7E03-2FB4-5310-20C7C916D35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74275683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84836D8-9FF3-F331-70D0-181C3FB95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Tipos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DF23D967-DCA0-7922-AB41-278A8770385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/>
              <a:t>Microcrédito</a:t>
            </a:r>
          </a:p>
          <a:p>
            <a:r>
              <a:rPr lang="pt-BR" dirty="0"/>
              <a:t>Capital de giro</a:t>
            </a:r>
          </a:p>
          <a:p>
            <a:r>
              <a:rPr lang="pt-BR" dirty="0"/>
              <a:t>Financiamento</a:t>
            </a:r>
          </a:p>
          <a:p>
            <a:r>
              <a:rPr lang="pt-BR" dirty="0"/>
              <a:t>Conta empresarial.</a:t>
            </a:r>
          </a:p>
        </p:txBody>
      </p:sp>
    </p:spTree>
    <p:extLst>
      <p:ext uri="{BB962C8B-B14F-4D97-AF65-F5344CB8AC3E}">
        <p14:creationId xmlns:p14="http://schemas.microsoft.com/office/powerpoint/2010/main" val="1265908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5A41-4B56-4367-0383-541A4D79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A346E-E9CA-0C2B-757F-893439AD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Finanças Solidárias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499E2F-A82C-DCF5-A780-A2DCC01DA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Onde?</a:t>
            </a:r>
          </a:p>
        </p:txBody>
      </p:sp>
      <p:graphicFrame>
        <p:nvGraphicFramePr>
          <p:cNvPr id="9" name="Espaço Reservado para Conteúdo 4">
            <a:extLst>
              <a:ext uri="{FF2B5EF4-FFF2-40B4-BE49-F238E27FC236}">
                <a16:creationId xmlns:a16="http://schemas.microsoft.com/office/drawing/2014/main" id="{039D69AB-3F9C-478E-C8CE-8FB9731F6C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7689549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ED8B88C-512F-B4B5-695E-049F89AE9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Formas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A071679-9C2B-CBBB-D1AD-60BE413646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/>
              <a:t>Cooperação</a:t>
            </a:r>
          </a:p>
          <a:p>
            <a:r>
              <a:rPr lang="pt-BR" dirty="0"/>
              <a:t>Solidariedade</a:t>
            </a:r>
          </a:p>
          <a:p>
            <a:r>
              <a:rPr lang="pt-BR" dirty="0"/>
              <a:t>Desenvolvimento comunitário</a:t>
            </a:r>
          </a:p>
          <a:p>
            <a:r>
              <a:rPr lang="pt-BR" dirty="0"/>
              <a:t>Inclusão social</a:t>
            </a:r>
          </a:p>
          <a:p>
            <a:r>
              <a:rPr lang="pt-BR" dirty="0"/>
              <a:t>Apoio mútuo.</a:t>
            </a:r>
          </a:p>
        </p:txBody>
      </p:sp>
    </p:spTree>
    <p:extLst>
      <p:ext uri="{BB962C8B-B14F-4D97-AF65-F5344CB8AC3E}">
        <p14:creationId xmlns:p14="http://schemas.microsoft.com/office/powerpoint/2010/main" val="97661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9F31-743D-FF6E-DD82-EF8399E1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9EB55-A0FC-BE7B-ED2B-09FA3F28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Linhas para Pequenos Negócios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D57FDB-E811-A84D-6393-E729699E0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Onde?</a:t>
            </a:r>
          </a:p>
        </p:txBody>
      </p:sp>
      <p:graphicFrame>
        <p:nvGraphicFramePr>
          <p:cNvPr id="9" name="Espaço Reservado para Conteúdo 4">
            <a:extLst>
              <a:ext uri="{FF2B5EF4-FFF2-40B4-BE49-F238E27FC236}">
                <a16:creationId xmlns:a16="http://schemas.microsoft.com/office/drawing/2014/main" id="{278E6DA4-3889-1D0F-3C57-C317B63788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08955631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4558957-E9B4-9F01-185E-51EDB29ED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Por que?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AB58BB-383F-BD17-1BD3-B11DFF272B0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/>
              <a:t>Compra de equipamentos</a:t>
            </a:r>
          </a:p>
          <a:p>
            <a:r>
              <a:rPr lang="pt-BR" dirty="0"/>
              <a:t>Capital de giro</a:t>
            </a:r>
          </a:p>
          <a:p>
            <a:r>
              <a:rPr lang="pt-BR" dirty="0"/>
              <a:t>Divulgação do serviço</a:t>
            </a:r>
          </a:p>
          <a:p>
            <a:r>
              <a:rPr lang="pt-BR" dirty="0"/>
              <a:t>Capacitação profissional</a:t>
            </a:r>
          </a:p>
          <a:p>
            <a:r>
              <a:rPr lang="pt-BR" dirty="0"/>
              <a:t>Organização do negócio.</a:t>
            </a:r>
          </a:p>
        </p:txBody>
      </p:sp>
    </p:spTree>
    <p:extLst>
      <p:ext uri="{BB962C8B-B14F-4D97-AF65-F5344CB8AC3E}">
        <p14:creationId xmlns:p14="http://schemas.microsoft.com/office/powerpoint/2010/main" val="598344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1811DC9-4269-0B1A-C4C6-8F2E026E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de Apoio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C369A3D5-83B5-566D-8CE4-E9812D095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Importância</a:t>
            </a:r>
          </a:p>
        </p:txBody>
      </p:sp>
      <p:graphicFrame>
        <p:nvGraphicFramePr>
          <p:cNvPr id="14" name="Espaço Reservado para Conteúdo 9">
            <a:extLst>
              <a:ext uri="{FF2B5EF4-FFF2-40B4-BE49-F238E27FC236}">
                <a16:creationId xmlns:a16="http://schemas.microsoft.com/office/drawing/2014/main" id="{CC360321-D408-83DA-D437-E58096D751B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2A9D969D-9F52-C641-3209-88D73049D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Possíveis parceiros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54D8B845-0139-BC11-597B-D1182F8AD9E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/>
              <a:t>UBS</a:t>
            </a:r>
          </a:p>
          <a:p>
            <a:r>
              <a:rPr lang="pt-BR" dirty="0"/>
              <a:t>CRAS</a:t>
            </a:r>
          </a:p>
          <a:p>
            <a:r>
              <a:rPr lang="pt-BR" dirty="0"/>
              <a:t>Associações</a:t>
            </a:r>
          </a:p>
          <a:p>
            <a:r>
              <a:rPr lang="pt-BR" dirty="0"/>
              <a:t>Igrejas</a:t>
            </a:r>
          </a:p>
          <a:p>
            <a:r>
              <a:rPr lang="pt-BR" dirty="0"/>
              <a:t>Profissionais de saúde</a:t>
            </a:r>
          </a:p>
        </p:txBody>
      </p:sp>
    </p:spTree>
    <p:extLst>
      <p:ext uri="{BB962C8B-B14F-4D97-AF65-F5344CB8AC3E}">
        <p14:creationId xmlns:p14="http://schemas.microsoft.com/office/powerpoint/2010/main" val="390986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B85CF9E-56D0-FE2D-84D4-C5D60640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Empreender também é construir autonomia</a:t>
            </a:r>
          </a:p>
        </p:txBody>
      </p:sp>
      <p:graphicFrame>
        <p:nvGraphicFramePr>
          <p:cNvPr id="10" name="Espaço Reservado para Conteúdo 7">
            <a:extLst>
              <a:ext uri="{FF2B5EF4-FFF2-40B4-BE49-F238E27FC236}">
                <a16:creationId xmlns:a16="http://schemas.microsoft.com/office/drawing/2014/main" id="{137763D3-4352-978B-73AF-672C537BEE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89903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26440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511</Words>
  <Application>Microsoft Office PowerPoint</Application>
  <PresentationFormat>Widescreen</PresentationFormat>
  <Paragraphs>177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Tema do Office</vt:lpstr>
      <vt:lpstr>Políticas Públicas, Apoio ao Empreendedorismo e economia solidária</vt:lpstr>
      <vt:lpstr>O que são Políticas Públicas?</vt:lpstr>
      <vt:lpstr>Exemplos de políticas públicas?</vt:lpstr>
      <vt:lpstr>Por que apoiar pequenos empreendedores?</vt:lpstr>
      <vt:lpstr>O Empreendedorismo no Cuidado ao Idoso</vt:lpstr>
      <vt:lpstr>Desafios dos Cuidadores Empreendedores</vt:lpstr>
      <vt:lpstr>Quem pode ajudar?</vt:lpstr>
      <vt:lpstr>SEBRAE</vt:lpstr>
      <vt:lpstr>SENAC</vt:lpstr>
      <vt:lpstr>Por que formalizar?</vt:lpstr>
      <vt:lpstr>Modelos possíveis</vt:lpstr>
      <vt:lpstr>O que é o MEI?</vt:lpstr>
      <vt:lpstr>Educação Financeira</vt:lpstr>
      <vt:lpstr>Fluxo de Caixa</vt:lpstr>
      <vt:lpstr>Crédito</vt:lpstr>
      <vt:lpstr>Microcrédito?</vt:lpstr>
      <vt:lpstr>Crédito produtivo orientado</vt:lpstr>
      <vt:lpstr>Cooperativas de Crédito</vt:lpstr>
      <vt:lpstr>Finanças Solidárias</vt:lpstr>
      <vt:lpstr>Linhas para Pequenos Negócios</vt:lpstr>
      <vt:lpstr>Redes de Apoio</vt:lpstr>
      <vt:lpstr>Empreender também é construir autonomia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Natanael B</dc:creator>
  <cp:lastModifiedBy>Natanael B</cp:lastModifiedBy>
  <cp:revision>1</cp:revision>
  <dcterms:created xsi:type="dcterms:W3CDTF">2026-05-19T17:54:07Z</dcterms:created>
  <dcterms:modified xsi:type="dcterms:W3CDTF">2026-05-19T18:34:42Z</dcterms:modified>
</cp:coreProperties>
</file>